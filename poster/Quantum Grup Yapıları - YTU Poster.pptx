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aveSubsetFonts="1">
  <p:sldMasterIdLst>
    <p:sldMasterId id="2147483660" r:id="rId1"/>
  </p:sldMasterIdLst>
  <p:notesMasterIdLst>
    <p:notesMasterId r:id="rId3"/>
  </p:notesMasterIdLst>
  <p:handoutMasterIdLst>
    <p:handoutMasterId r:id="rId4"/>
  </p:handoutMasterIdLst>
  <p:sldIdLst>
    <p:sldId id="256" r:id="rId2"/>
  </p:sldIdLst>
  <p:sldSz cx="25199975" cy="32399288"/>
  <p:notesSz cx="32030988" cy="42052875"/>
  <p:defaultText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0205">
          <p15:clr>
            <a:srgbClr val="A4A3A4"/>
          </p15:clr>
        </p15:guide>
        <p15:guide id="2" pos="4272">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DED1"/>
    <a:srgbClr val="00CC99"/>
    <a:srgbClr val="525484"/>
    <a:srgbClr val="FFDFD0"/>
    <a:srgbClr val="796963"/>
    <a:srgbClr val="FAD8CF"/>
    <a:srgbClr val="FFFFFF"/>
    <a:srgbClr val="FFC4A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Orta Stil 2 - Vurgu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2" autoAdjust="0"/>
    <p:restoredTop sz="95033" autoAdjust="0"/>
  </p:normalViewPr>
  <p:slideViewPr>
    <p:cSldViewPr>
      <p:cViewPr varScale="1">
        <p:scale>
          <a:sx n="18" d="100"/>
          <a:sy n="18" d="100"/>
        </p:scale>
        <p:origin x="2580" y="60"/>
      </p:cViewPr>
      <p:guideLst>
        <p:guide orient="horz" pos="10205"/>
        <p:guide pos="4272"/>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notesMaster" Target="notesMasters/notesMaster1.xml"/><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6" name="Rectangle 1026">
            <a:extLst>
              <a:ext uri="{FF2B5EF4-FFF2-40B4-BE49-F238E27FC236}">
                <a16:creationId xmlns:a16="http://schemas.microsoft.com/office/drawing/2014/main" id="{AC09D133-F4B4-B3E8-273D-D61B74FF1948}"/>
              </a:ext>
            </a:extLst>
          </p:cNvPr>
          <p:cNvSpPr>
            <a:spLocks noGrp="1" noChangeArrowheads="1"/>
          </p:cNvSpPr>
          <p:nvPr>
            <p:ph type="hdr" sz="quarter"/>
          </p:nvPr>
        </p:nvSpPr>
        <p:spPr bwMode="auto">
          <a:xfrm>
            <a:off x="0" y="0"/>
            <a:ext cx="13877925" cy="2103438"/>
          </a:xfrm>
          <a:prstGeom prst="rect">
            <a:avLst/>
          </a:prstGeom>
          <a:noFill/>
          <a:ln w="9525">
            <a:noFill/>
            <a:miter lim="800000"/>
            <a:headEnd/>
            <a:tailEnd/>
          </a:ln>
          <a:effectLst/>
        </p:spPr>
        <p:txBody>
          <a:bodyPr vert="horz" wrap="square" lIns="419279" tIns="209642" rIns="419279" bIns="209642" numCol="1" anchor="t" anchorCtr="0" compatLnSpc="1">
            <a:prstTxWarp prst="textNoShape">
              <a:avLst/>
            </a:prstTxWarp>
          </a:bodyPr>
          <a:lstStyle>
            <a:lvl1pPr defTabSz="4195763" eaLnBrk="1" hangingPunct="1">
              <a:defRPr sz="5600">
                <a:latin typeface="Times New Roman" charset="0"/>
                <a:ea typeface="ＭＳ Ｐゴシック" charset="0"/>
                <a:cs typeface="ＭＳ Ｐゴシック" charset="0"/>
              </a:defRPr>
            </a:lvl1pPr>
          </a:lstStyle>
          <a:p>
            <a:pPr>
              <a:defRPr/>
            </a:pPr>
            <a:endParaRPr lang="en-US"/>
          </a:p>
        </p:txBody>
      </p:sp>
      <p:sp>
        <p:nvSpPr>
          <p:cNvPr id="6147" name="Rectangle 1027">
            <a:extLst>
              <a:ext uri="{FF2B5EF4-FFF2-40B4-BE49-F238E27FC236}">
                <a16:creationId xmlns:a16="http://schemas.microsoft.com/office/drawing/2014/main" id="{41CB2F2D-79C4-7CF0-4DE8-E36A48920DF9}"/>
              </a:ext>
            </a:extLst>
          </p:cNvPr>
          <p:cNvSpPr>
            <a:spLocks noGrp="1" noChangeArrowheads="1"/>
          </p:cNvSpPr>
          <p:nvPr>
            <p:ph type="dt" sz="quarter" idx="1"/>
          </p:nvPr>
        </p:nvSpPr>
        <p:spPr bwMode="auto">
          <a:xfrm>
            <a:off x="18153063" y="0"/>
            <a:ext cx="13877925" cy="2103438"/>
          </a:xfrm>
          <a:prstGeom prst="rect">
            <a:avLst/>
          </a:prstGeom>
          <a:noFill/>
          <a:ln w="9525">
            <a:noFill/>
            <a:miter lim="800000"/>
            <a:headEnd/>
            <a:tailEnd/>
          </a:ln>
          <a:effectLst/>
        </p:spPr>
        <p:txBody>
          <a:bodyPr vert="horz" wrap="square" lIns="419279" tIns="209642" rIns="419279" bIns="209642" numCol="1" anchor="t" anchorCtr="0" compatLnSpc="1">
            <a:prstTxWarp prst="textNoShape">
              <a:avLst/>
            </a:prstTxWarp>
          </a:bodyPr>
          <a:lstStyle>
            <a:lvl1pPr algn="r" defTabSz="4195763" eaLnBrk="1" hangingPunct="1">
              <a:defRPr sz="5600">
                <a:latin typeface="Times New Roman" charset="0"/>
                <a:ea typeface="ＭＳ Ｐゴシック" charset="0"/>
                <a:cs typeface="ＭＳ Ｐゴシック" charset="0"/>
              </a:defRPr>
            </a:lvl1pPr>
          </a:lstStyle>
          <a:p>
            <a:pPr>
              <a:defRPr/>
            </a:pPr>
            <a:endParaRPr lang="en-US"/>
          </a:p>
        </p:txBody>
      </p:sp>
      <p:sp>
        <p:nvSpPr>
          <p:cNvPr id="6148" name="Rectangle 1028">
            <a:extLst>
              <a:ext uri="{FF2B5EF4-FFF2-40B4-BE49-F238E27FC236}">
                <a16:creationId xmlns:a16="http://schemas.microsoft.com/office/drawing/2014/main" id="{61E560CA-FF91-A76E-256D-352B70637FB0}"/>
              </a:ext>
            </a:extLst>
          </p:cNvPr>
          <p:cNvSpPr>
            <a:spLocks noGrp="1" noChangeArrowheads="1"/>
          </p:cNvSpPr>
          <p:nvPr>
            <p:ph type="ftr" sz="quarter" idx="2"/>
          </p:nvPr>
        </p:nvSpPr>
        <p:spPr bwMode="auto">
          <a:xfrm>
            <a:off x="0" y="39949438"/>
            <a:ext cx="13877925" cy="2103437"/>
          </a:xfrm>
          <a:prstGeom prst="rect">
            <a:avLst/>
          </a:prstGeom>
          <a:noFill/>
          <a:ln w="9525">
            <a:noFill/>
            <a:miter lim="800000"/>
            <a:headEnd/>
            <a:tailEnd/>
          </a:ln>
          <a:effectLst/>
        </p:spPr>
        <p:txBody>
          <a:bodyPr vert="horz" wrap="square" lIns="419279" tIns="209642" rIns="419279" bIns="209642" numCol="1" anchor="b" anchorCtr="0" compatLnSpc="1">
            <a:prstTxWarp prst="textNoShape">
              <a:avLst/>
            </a:prstTxWarp>
          </a:bodyPr>
          <a:lstStyle>
            <a:lvl1pPr defTabSz="4195763" eaLnBrk="1" hangingPunct="1">
              <a:defRPr sz="5600">
                <a:latin typeface="Times New Roman" charset="0"/>
                <a:ea typeface="ＭＳ Ｐゴシック" charset="0"/>
                <a:cs typeface="ＭＳ Ｐゴシック" charset="0"/>
              </a:defRPr>
            </a:lvl1pPr>
          </a:lstStyle>
          <a:p>
            <a:pPr>
              <a:defRPr/>
            </a:pPr>
            <a:endParaRPr lang="en-US"/>
          </a:p>
        </p:txBody>
      </p:sp>
      <p:sp>
        <p:nvSpPr>
          <p:cNvPr id="6149" name="Rectangle 1029">
            <a:extLst>
              <a:ext uri="{FF2B5EF4-FFF2-40B4-BE49-F238E27FC236}">
                <a16:creationId xmlns:a16="http://schemas.microsoft.com/office/drawing/2014/main" id="{57DB1FA2-CB7B-6439-45CC-EC4E55426E58}"/>
              </a:ext>
            </a:extLst>
          </p:cNvPr>
          <p:cNvSpPr>
            <a:spLocks noGrp="1" noChangeArrowheads="1"/>
          </p:cNvSpPr>
          <p:nvPr>
            <p:ph type="sldNum" sz="quarter" idx="3"/>
          </p:nvPr>
        </p:nvSpPr>
        <p:spPr bwMode="auto">
          <a:xfrm>
            <a:off x="18153063" y="39949438"/>
            <a:ext cx="13877925" cy="2103437"/>
          </a:xfrm>
          <a:prstGeom prst="rect">
            <a:avLst/>
          </a:prstGeom>
          <a:noFill/>
          <a:ln w="9525">
            <a:noFill/>
            <a:miter lim="800000"/>
            <a:headEnd/>
            <a:tailEnd/>
          </a:ln>
          <a:effectLst/>
        </p:spPr>
        <p:txBody>
          <a:bodyPr vert="horz" wrap="square" lIns="419279" tIns="209642" rIns="419279" bIns="209642" numCol="1" anchor="b" anchorCtr="0" compatLnSpc="1">
            <a:prstTxWarp prst="textNoShape">
              <a:avLst/>
            </a:prstTxWarp>
          </a:bodyPr>
          <a:lstStyle>
            <a:lvl1pPr algn="r" defTabSz="4195763" eaLnBrk="1" hangingPunct="1">
              <a:defRPr sz="5600"/>
            </a:lvl1pPr>
          </a:lstStyle>
          <a:p>
            <a:pPr>
              <a:defRPr/>
            </a:pPr>
            <a:fld id="{FB810634-63E7-467F-8F19-B48D6DD340E1}" type="slidenum">
              <a:rPr lang="en-US" altLang="tr-TR"/>
              <a:pPr>
                <a:defRPr/>
              </a:pPr>
              <a:t>‹#›</a:t>
            </a:fld>
            <a:endParaRPr lang="en-US" altLang="tr-TR"/>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1506" name="Rectangle 2">
            <a:extLst>
              <a:ext uri="{FF2B5EF4-FFF2-40B4-BE49-F238E27FC236}">
                <a16:creationId xmlns:a16="http://schemas.microsoft.com/office/drawing/2014/main" id="{1F59CFF8-1FB3-3AF4-1639-FEC03E95B820}"/>
              </a:ext>
            </a:extLst>
          </p:cNvPr>
          <p:cNvSpPr>
            <a:spLocks noGrp="1" noChangeArrowheads="1"/>
          </p:cNvSpPr>
          <p:nvPr>
            <p:ph type="hdr" sz="quarter"/>
          </p:nvPr>
        </p:nvSpPr>
        <p:spPr bwMode="auto">
          <a:xfrm>
            <a:off x="0" y="0"/>
            <a:ext cx="13879513" cy="210343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atin typeface="Times New Roman" charset="0"/>
                <a:ea typeface="ＭＳ Ｐゴシック" charset="0"/>
                <a:cs typeface="ＭＳ Ｐゴシック" charset="0"/>
              </a:defRPr>
            </a:lvl1pPr>
          </a:lstStyle>
          <a:p>
            <a:pPr>
              <a:defRPr/>
            </a:pPr>
            <a:endParaRPr lang="en-US"/>
          </a:p>
        </p:txBody>
      </p:sp>
      <p:sp>
        <p:nvSpPr>
          <p:cNvPr id="21507" name="Rectangle 3">
            <a:extLst>
              <a:ext uri="{FF2B5EF4-FFF2-40B4-BE49-F238E27FC236}">
                <a16:creationId xmlns:a16="http://schemas.microsoft.com/office/drawing/2014/main" id="{8132B202-FF1B-D189-C097-C5ED15052738}"/>
              </a:ext>
            </a:extLst>
          </p:cNvPr>
          <p:cNvSpPr>
            <a:spLocks noGrp="1" noChangeArrowheads="1"/>
          </p:cNvSpPr>
          <p:nvPr>
            <p:ph type="dt" idx="1"/>
          </p:nvPr>
        </p:nvSpPr>
        <p:spPr bwMode="auto">
          <a:xfrm>
            <a:off x="18143538" y="0"/>
            <a:ext cx="13879512" cy="210343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vl1pPr>
          </a:lstStyle>
          <a:p>
            <a:pPr>
              <a:defRPr/>
            </a:pPr>
            <a:fld id="{07604E4C-E474-4BB5-B7F4-08738AA79397}" type="datetimeFigureOut">
              <a:rPr lang="en-US" altLang="tr-TR"/>
              <a:pPr>
                <a:defRPr/>
              </a:pPr>
              <a:t>5/7/2025</a:t>
            </a:fld>
            <a:endParaRPr lang="en-US" altLang="tr-TR"/>
          </a:p>
        </p:txBody>
      </p:sp>
      <p:sp>
        <p:nvSpPr>
          <p:cNvPr id="2052" name="Rectangle 4">
            <a:extLst>
              <a:ext uri="{FF2B5EF4-FFF2-40B4-BE49-F238E27FC236}">
                <a16:creationId xmlns:a16="http://schemas.microsoft.com/office/drawing/2014/main" id="{867BE376-A4EF-6CC3-C18D-3EDB1C573A4D}"/>
              </a:ext>
            </a:extLst>
          </p:cNvPr>
          <p:cNvSpPr>
            <a:spLocks noGrp="1" noRot="1" noChangeAspect="1" noChangeArrowheads="1" noTextEdit="1"/>
          </p:cNvSpPr>
          <p:nvPr>
            <p:ph type="sldImg" idx="2"/>
          </p:nvPr>
        </p:nvSpPr>
        <p:spPr bwMode="auto">
          <a:xfrm>
            <a:off x="9882188" y="3154363"/>
            <a:ext cx="12266612" cy="1577022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1509" name="Rectangle 5">
            <a:extLst>
              <a:ext uri="{FF2B5EF4-FFF2-40B4-BE49-F238E27FC236}">
                <a16:creationId xmlns:a16="http://schemas.microsoft.com/office/drawing/2014/main" id="{E4201F81-7A5D-C122-7B5C-008C82DADAAA}"/>
              </a:ext>
            </a:extLst>
          </p:cNvPr>
          <p:cNvSpPr>
            <a:spLocks noGrp="1" noChangeArrowheads="1"/>
          </p:cNvSpPr>
          <p:nvPr>
            <p:ph type="body" sz="quarter" idx="3"/>
          </p:nvPr>
        </p:nvSpPr>
        <p:spPr bwMode="auto">
          <a:xfrm>
            <a:off x="3203575" y="19975513"/>
            <a:ext cx="25623838" cy="189230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1510" name="Rectangle 6">
            <a:extLst>
              <a:ext uri="{FF2B5EF4-FFF2-40B4-BE49-F238E27FC236}">
                <a16:creationId xmlns:a16="http://schemas.microsoft.com/office/drawing/2014/main" id="{4982F12D-C14E-5815-2AA8-4BC5328D7B03}"/>
              </a:ext>
            </a:extLst>
          </p:cNvPr>
          <p:cNvSpPr>
            <a:spLocks noGrp="1" noChangeArrowheads="1"/>
          </p:cNvSpPr>
          <p:nvPr>
            <p:ph type="ftr" sz="quarter" idx="4"/>
          </p:nvPr>
        </p:nvSpPr>
        <p:spPr bwMode="auto">
          <a:xfrm>
            <a:off x="0" y="39943088"/>
            <a:ext cx="13879513" cy="210185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atin typeface="Times New Roman" charset="0"/>
                <a:ea typeface="ＭＳ Ｐゴシック" charset="0"/>
                <a:cs typeface="ＭＳ Ｐゴシック" charset="0"/>
              </a:defRPr>
            </a:lvl1pPr>
          </a:lstStyle>
          <a:p>
            <a:pPr>
              <a:defRPr/>
            </a:pPr>
            <a:endParaRPr lang="en-US"/>
          </a:p>
        </p:txBody>
      </p:sp>
      <p:sp>
        <p:nvSpPr>
          <p:cNvPr id="21511" name="Rectangle 7">
            <a:extLst>
              <a:ext uri="{FF2B5EF4-FFF2-40B4-BE49-F238E27FC236}">
                <a16:creationId xmlns:a16="http://schemas.microsoft.com/office/drawing/2014/main" id="{B563CE36-88FC-B8ED-6DEB-123BEE36CF6D}"/>
              </a:ext>
            </a:extLst>
          </p:cNvPr>
          <p:cNvSpPr>
            <a:spLocks noGrp="1" noChangeArrowheads="1"/>
          </p:cNvSpPr>
          <p:nvPr>
            <p:ph type="sldNum" sz="quarter" idx="5"/>
          </p:nvPr>
        </p:nvSpPr>
        <p:spPr bwMode="auto">
          <a:xfrm>
            <a:off x="18143538" y="39943088"/>
            <a:ext cx="13879512" cy="210185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vl1pPr>
          </a:lstStyle>
          <a:p>
            <a:pPr>
              <a:defRPr/>
            </a:pPr>
            <a:fld id="{DA88A35F-8624-4B4B-BB07-EB0DD7664764}" type="slidenum">
              <a:rPr lang="en-US" altLang="tr-TR"/>
              <a:pPr>
                <a:defRPr/>
              </a:pPr>
              <a:t>‹#›</a:t>
            </a:fld>
            <a:endParaRPr lang="en-US" altLang="tr-TR"/>
          </a:p>
        </p:txBody>
      </p:sp>
    </p:spTree>
    <p:extLst>
      <p:ext uri="{BB962C8B-B14F-4D97-AF65-F5344CB8AC3E}">
        <p14:creationId xmlns:p14="http://schemas.microsoft.com/office/powerpoint/2010/main" val="857035009"/>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800" kern="1200">
        <a:solidFill>
          <a:schemeClr val="tx1"/>
        </a:solidFill>
        <a:latin typeface="Arial" charset="0"/>
        <a:ea typeface="MS PGothic" panose="020B0600070205080204" pitchFamily="34" charset="-128"/>
        <a:cs typeface="ＭＳ Ｐゴシック" charset="0"/>
      </a:defRPr>
    </a:lvl1pPr>
    <a:lvl2pPr marL="341313" algn="l" rtl="0" eaLnBrk="0" fontAlgn="base" hangingPunct="0">
      <a:spcBef>
        <a:spcPct val="30000"/>
      </a:spcBef>
      <a:spcAft>
        <a:spcPct val="0"/>
      </a:spcAft>
      <a:defRPr sz="800" kern="1200">
        <a:solidFill>
          <a:schemeClr val="tx1"/>
        </a:solidFill>
        <a:latin typeface="Arial" charset="0"/>
        <a:ea typeface="MS PGothic" panose="020B0600070205080204" pitchFamily="34" charset="-128"/>
        <a:cs typeface="+mn-cs"/>
      </a:defRPr>
    </a:lvl2pPr>
    <a:lvl3pPr marL="684213" algn="l" rtl="0" eaLnBrk="0" fontAlgn="base" hangingPunct="0">
      <a:spcBef>
        <a:spcPct val="30000"/>
      </a:spcBef>
      <a:spcAft>
        <a:spcPct val="0"/>
      </a:spcAft>
      <a:defRPr sz="800" kern="1200">
        <a:solidFill>
          <a:schemeClr val="tx1"/>
        </a:solidFill>
        <a:latin typeface="Arial" charset="0"/>
        <a:ea typeface="MS PGothic" panose="020B0600070205080204" pitchFamily="34" charset="-128"/>
        <a:cs typeface="+mn-cs"/>
      </a:defRPr>
    </a:lvl3pPr>
    <a:lvl4pPr marL="1027113" algn="l" rtl="0" eaLnBrk="0" fontAlgn="base" hangingPunct="0">
      <a:spcBef>
        <a:spcPct val="30000"/>
      </a:spcBef>
      <a:spcAft>
        <a:spcPct val="0"/>
      </a:spcAft>
      <a:defRPr sz="800" kern="1200">
        <a:solidFill>
          <a:schemeClr val="tx1"/>
        </a:solidFill>
        <a:latin typeface="Arial" charset="0"/>
        <a:ea typeface="MS PGothic" panose="020B0600070205080204" pitchFamily="34" charset="-128"/>
        <a:cs typeface="+mn-cs"/>
      </a:defRPr>
    </a:lvl4pPr>
    <a:lvl5pPr marL="1368425" algn="l" rtl="0" eaLnBrk="0" fontAlgn="base" hangingPunct="0">
      <a:spcBef>
        <a:spcPct val="30000"/>
      </a:spcBef>
      <a:spcAft>
        <a:spcPct val="0"/>
      </a:spcAft>
      <a:defRPr sz="800" kern="1200">
        <a:solidFill>
          <a:schemeClr val="tx1"/>
        </a:solidFill>
        <a:latin typeface="Arial" charset="0"/>
        <a:ea typeface="MS PGothic" panose="020B0600070205080204" pitchFamily="34" charset="-128"/>
        <a:cs typeface="+mn-cs"/>
      </a:defRPr>
    </a:lvl5pPr>
    <a:lvl6pPr marL="1713819" algn="l" defTabSz="685527" rtl="0" eaLnBrk="1" latinLnBrk="0" hangingPunct="1">
      <a:defRPr sz="896" kern="1200">
        <a:solidFill>
          <a:schemeClr val="tx1"/>
        </a:solidFill>
        <a:latin typeface="+mn-lt"/>
        <a:ea typeface="+mn-ea"/>
        <a:cs typeface="+mn-cs"/>
      </a:defRPr>
    </a:lvl6pPr>
    <a:lvl7pPr marL="2056581" algn="l" defTabSz="685527" rtl="0" eaLnBrk="1" latinLnBrk="0" hangingPunct="1">
      <a:defRPr sz="896" kern="1200">
        <a:solidFill>
          <a:schemeClr val="tx1"/>
        </a:solidFill>
        <a:latin typeface="+mn-lt"/>
        <a:ea typeface="+mn-ea"/>
        <a:cs typeface="+mn-cs"/>
      </a:defRPr>
    </a:lvl7pPr>
    <a:lvl8pPr marL="2399345" algn="l" defTabSz="685527" rtl="0" eaLnBrk="1" latinLnBrk="0" hangingPunct="1">
      <a:defRPr sz="896" kern="1200">
        <a:solidFill>
          <a:schemeClr val="tx1"/>
        </a:solidFill>
        <a:latin typeface="+mn-lt"/>
        <a:ea typeface="+mn-ea"/>
        <a:cs typeface="+mn-cs"/>
      </a:defRPr>
    </a:lvl8pPr>
    <a:lvl9pPr marL="2742108" algn="l" defTabSz="685527" rtl="0" eaLnBrk="1" latinLnBrk="0" hangingPunct="1">
      <a:defRPr sz="896"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a:extLst>
              <a:ext uri="{FF2B5EF4-FFF2-40B4-BE49-F238E27FC236}">
                <a16:creationId xmlns:a16="http://schemas.microsoft.com/office/drawing/2014/main" id="{921E10DB-8A1A-9568-9757-60E473D23A3A}"/>
              </a:ext>
            </a:extLst>
          </p:cNvPr>
          <p:cNvSpPr>
            <a:spLocks noGrp="1" noRot="1" noChangeAspect="1" noChangeArrowheads="1" noTextEdit="1"/>
          </p:cNvSpPr>
          <p:nvPr>
            <p:ph type="sldImg"/>
          </p:nvPr>
        </p:nvSpPr>
        <p:spPr>
          <a:ln/>
        </p:spPr>
      </p:sp>
      <p:sp>
        <p:nvSpPr>
          <p:cNvPr id="16386" name="Rectangle 3">
            <a:extLst>
              <a:ext uri="{FF2B5EF4-FFF2-40B4-BE49-F238E27FC236}">
                <a16:creationId xmlns:a16="http://schemas.microsoft.com/office/drawing/2014/main" id="{2465A704-47B3-61AC-8774-E7B697500EE3}"/>
              </a:ext>
            </a:extLst>
          </p:cNvPr>
          <p:cNvSpPr>
            <a:spLocks noGrp="1" noChangeArrowheads="1"/>
          </p:cNvSpPr>
          <p:nvPr>
            <p:ph type="body" idx="1"/>
          </p:nvPr>
        </p:nvSpPr>
        <p:spPr>
          <a:ln/>
        </p:spPr>
        <p:txBody>
          <a:bodyPr/>
          <a:lstStyle/>
          <a:p>
            <a:pPr eaLnBrk="1" hangingPunct="1">
              <a:defRPr/>
            </a:pPr>
            <a:endParaRPr lang="tr-TR" altLang="tr-TR" sz="896" dirty="0">
              <a:latin typeface="Arial" panose="020B0604020202020204" pitchFamily="34" charset="0"/>
            </a:endParaRPr>
          </a:p>
        </p:txBody>
      </p:sp>
    </p:spTree>
    <p:extLst>
      <p:ext uri="{BB962C8B-B14F-4D97-AF65-F5344CB8AC3E}">
        <p14:creationId xmlns:p14="http://schemas.microsoft.com/office/powerpoint/2010/main" val="200738569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Başlık Slaydı">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EE7F2CF6-1D00-D008-3041-D7023FCAF362}"/>
              </a:ext>
            </a:extLst>
          </p:cNvPr>
          <p:cNvSpPr>
            <a:spLocks noGrp="1"/>
          </p:cNvSpPr>
          <p:nvPr>
            <p:ph type="ctrTitle"/>
          </p:nvPr>
        </p:nvSpPr>
        <p:spPr>
          <a:xfrm>
            <a:off x="3149997" y="5302386"/>
            <a:ext cx="18899981" cy="11279752"/>
          </a:xfrm>
        </p:spPr>
        <p:txBody>
          <a:bodyPr anchor="b"/>
          <a:lstStyle>
            <a:lvl1pPr algn="ctr">
              <a:defRPr sz="12401"/>
            </a:lvl1pPr>
          </a:lstStyle>
          <a:p>
            <a:r>
              <a:rPr lang="tr-TR"/>
              <a:t>Asıl başlık stilini düzenlemek için tıklayın</a:t>
            </a:r>
          </a:p>
        </p:txBody>
      </p:sp>
      <p:sp>
        <p:nvSpPr>
          <p:cNvPr id="3" name="Alt Başlık 2">
            <a:extLst>
              <a:ext uri="{FF2B5EF4-FFF2-40B4-BE49-F238E27FC236}">
                <a16:creationId xmlns:a16="http://schemas.microsoft.com/office/drawing/2014/main" id="{49E4CC39-72FC-615B-49B9-51945BB3A654}"/>
              </a:ext>
            </a:extLst>
          </p:cNvPr>
          <p:cNvSpPr>
            <a:spLocks noGrp="1"/>
          </p:cNvSpPr>
          <p:nvPr>
            <p:ph type="subTitle" idx="1"/>
          </p:nvPr>
        </p:nvSpPr>
        <p:spPr>
          <a:xfrm>
            <a:off x="3149997" y="17017128"/>
            <a:ext cx="18899981" cy="7822326"/>
          </a:xfrm>
        </p:spPr>
        <p:txBody>
          <a:bodyPr/>
          <a:lstStyle>
            <a:lvl1pPr marL="0" indent="0" algn="ctr">
              <a:buNone/>
              <a:defRPr sz="4961"/>
            </a:lvl1pPr>
            <a:lvl2pPr marL="944987" indent="0" algn="ctr">
              <a:buNone/>
              <a:defRPr sz="4134"/>
            </a:lvl2pPr>
            <a:lvl3pPr marL="1889973" indent="0" algn="ctr">
              <a:buNone/>
              <a:defRPr sz="3720"/>
            </a:lvl3pPr>
            <a:lvl4pPr marL="2834960" indent="0" algn="ctr">
              <a:buNone/>
              <a:defRPr sz="3307"/>
            </a:lvl4pPr>
            <a:lvl5pPr marL="3779947" indent="0" algn="ctr">
              <a:buNone/>
              <a:defRPr sz="3307"/>
            </a:lvl5pPr>
            <a:lvl6pPr marL="4724933" indent="0" algn="ctr">
              <a:buNone/>
              <a:defRPr sz="3307"/>
            </a:lvl6pPr>
            <a:lvl7pPr marL="5669920" indent="0" algn="ctr">
              <a:buNone/>
              <a:defRPr sz="3307"/>
            </a:lvl7pPr>
            <a:lvl8pPr marL="6614907" indent="0" algn="ctr">
              <a:buNone/>
              <a:defRPr sz="3307"/>
            </a:lvl8pPr>
            <a:lvl9pPr marL="7559893" indent="0" algn="ctr">
              <a:buNone/>
              <a:defRPr sz="3307"/>
            </a:lvl9pPr>
          </a:lstStyle>
          <a:p>
            <a:r>
              <a:rPr lang="tr-TR"/>
              <a:t>Asıl alt başlık stilini düzenlemek için tıklayın</a:t>
            </a:r>
          </a:p>
        </p:txBody>
      </p:sp>
      <p:sp>
        <p:nvSpPr>
          <p:cNvPr id="4" name="Veri Yer Tutucusu 3">
            <a:extLst>
              <a:ext uri="{FF2B5EF4-FFF2-40B4-BE49-F238E27FC236}">
                <a16:creationId xmlns:a16="http://schemas.microsoft.com/office/drawing/2014/main" id="{A851D69F-4318-B7B1-FA41-40AE167855D3}"/>
              </a:ext>
            </a:extLst>
          </p:cNvPr>
          <p:cNvSpPr>
            <a:spLocks noGrp="1"/>
          </p:cNvSpPr>
          <p:nvPr>
            <p:ph type="dt" sz="half" idx="10"/>
          </p:nvPr>
        </p:nvSpPr>
        <p:spPr/>
        <p:txBody>
          <a:bodyPr/>
          <a:lstStyle/>
          <a:p>
            <a:pPr>
              <a:defRPr/>
            </a:pPr>
            <a:endParaRPr lang="tr-TR"/>
          </a:p>
        </p:txBody>
      </p:sp>
      <p:sp>
        <p:nvSpPr>
          <p:cNvPr id="5" name="Alt Bilgi Yer Tutucusu 4">
            <a:extLst>
              <a:ext uri="{FF2B5EF4-FFF2-40B4-BE49-F238E27FC236}">
                <a16:creationId xmlns:a16="http://schemas.microsoft.com/office/drawing/2014/main" id="{D14D32BB-F8A5-FC31-6B79-06A9AE86F643}"/>
              </a:ext>
            </a:extLst>
          </p:cNvPr>
          <p:cNvSpPr>
            <a:spLocks noGrp="1"/>
          </p:cNvSpPr>
          <p:nvPr>
            <p:ph type="ftr" sz="quarter" idx="11"/>
          </p:nvPr>
        </p:nvSpPr>
        <p:spPr/>
        <p:txBody>
          <a:bodyPr/>
          <a:lstStyle/>
          <a:p>
            <a:pPr>
              <a:defRPr/>
            </a:pPr>
            <a:r>
              <a:rPr lang="tr-TR" altLang="tr-TR"/>
              <a:t>Xplore</a:t>
            </a:r>
            <a:r>
              <a:rPr lang="tr-TR" altLang="en-US"/>
              <a:t>’</a:t>
            </a:r>
            <a:r>
              <a:rPr lang="tr-TR" altLang="tr-TR"/>
              <a:t>08 March 14, Phoenix Contact, Blomberg</a:t>
            </a:r>
          </a:p>
        </p:txBody>
      </p:sp>
      <p:sp>
        <p:nvSpPr>
          <p:cNvPr id="6" name="Slayt Numarası Yer Tutucusu 5">
            <a:extLst>
              <a:ext uri="{FF2B5EF4-FFF2-40B4-BE49-F238E27FC236}">
                <a16:creationId xmlns:a16="http://schemas.microsoft.com/office/drawing/2014/main" id="{68BDE4FC-7349-AA91-96BF-CB943860A088}"/>
              </a:ext>
            </a:extLst>
          </p:cNvPr>
          <p:cNvSpPr>
            <a:spLocks noGrp="1"/>
          </p:cNvSpPr>
          <p:nvPr>
            <p:ph type="sldNum" sz="quarter" idx="12"/>
          </p:nvPr>
        </p:nvSpPr>
        <p:spPr/>
        <p:txBody>
          <a:bodyPr/>
          <a:lstStyle/>
          <a:p>
            <a:pPr>
              <a:defRPr/>
            </a:pPr>
            <a:fld id="{50812B67-C7F9-4EE8-BDC0-25A7FB165ADF}" type="slidenum">
              <a:rPr lang="en-US" altLang="tr-TR" smtClean="0"/>
              <a:pPr>
                <a:defRPr/>
              </a:pPr>
              <a:t>‹#›</a:t>
            </a:fld>
            <a:endParaRPr lang="en-US" altLang="tr-TR"/>
          </a:p>
        </p:txBody>
      </p:sp>
    </p:spTree>
    <p:extLst>
      <p:ext uri="{BB962C8B-B14F-4D97-AF65-F5344CB8AC3E}">
        <p14:creationId xmlns:p14="http://schemas.microsoft.com/office/powerpoint/2010/main" val="307891257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Başlık ve İçerik">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2B81AE58-7DEB-4BEA-21A0-3F29FF5D7A0E}"/>
              </a:ext>
            </a:extLst>
          </p:cNvPr>
          <p:cNvSpPr>
            <a:spLocks noGrp="1"/>
          </p:cNvSpPr>
          <p:nvPr>
            <p:ph type="title"/>
          </p:nvPr>
        </p:nvSpPr>
        <p:spPr/>
        <p:txBody>
          <a:bodyPr/>
          <a:lstStyle/>
          <a:p>
            <a:r>
              <a:rPr lang="tr-TR"/>
              <a:t>Asıl başlık stilini düzenlemek için tıklayın</a:t>
            </a:r>
          </a:p>
        </p:txBody>
      </p:sp>
      <p:sp>
        <p:nvSpPr>
          <p:cNvPr id="3" name="İçerik Yer Tutucusu 2">
            <a:extLst>
              <a:ext uri="{FF2B5EF4-FFF2-40B4-BE49-F238E27FC236}">
                <a16:creationId xmlns:a16="http://schemas.microsoft.com/office/drawing/2014/main" id="{8B69B2D6-B679-F04B-67D9-6928FB9C10D3}"/>
              </a:ext>
            </a:extLst>
          </p:cNvPr>
          <p:cNvSpPr>
            <a:spLocks noGrp="1"/>
          </p:cNvSpPr>
          <p:nvPr>
            <p:ph idx="1"/>
          </p:nvPr>
        </p:nvSpPr>
        <p:spPr/>
        <p:txBody>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4" name="Veri Yer Tutucusu 3">
            <a:extLst>
              <a:ext uri="{FF2B5EF4-FFF2-40B4-BE49-F238E27FC236}">
                <a16:creationId xmlns:a16="http://schemas.microsoft.com/office/drawing/2014/main" id="{39CA2D07-A9C2-4097-3B00-6255C72CF2E5}"/>
              </a:ext>
            </a:extLst>
          </p:cNvPr>
          <p:cNvSpPr>
            <a:spLocks noGrp="1"/>
          </p:cNvSpPr>
          <p:nvPr>
            <p:ph type="dt" sz="half" idx="10"/>
          </p:nvPr>
        </p:nvSpPr>
        <p:spPr/>
        <p:txBody>
          <a:bodyPr/>
          <a:lstStyle/>
          <a:p>
            <a:pPr>
              <a:defRPr/>
            </a:pPr>
            <a:endParaRPr lang="tr-TR"/>
          </a:p>
        </p:txBody>
      </p:sp>
      <p:sp>
        <p:nvSpPr>
          <p:cNvPr id="5" name="Alt Bilgi Yer Tutucusu 4">
            <a:extLst>
              <a:ext uri="{FF2B5EF4-FFF2-40B4-BE49-F238E27FC236}">
                <a16:creationId xmlns:a16="http://schemas.microsoft.com/office/drawing/2014/main" id="{8BEE3CC7-4E66-4ED8-E4BF-3977B35C862D}"/>
              </a:ext>
            </a:extLst>
          </p:cNvPr>
          <p:cNvSpPr>
            <a:spLocks noGrp="1"/>
          </p:cNvSpPr>
          <p:nvPr>
            <p:ph type="ftr" sz="quarter" idx="11"/>
          </p:nvPr>
        </p:nvSpPr>
        <p:spPr/>
        <p:txBody>
          <a:bodyPr/>
          <a:lstStyle/>
          <a:p>
            <a:pPr>
              <a:defRPr/>
            </a:pPr>
            <a:r>
              <a:rPr lang="tr-TR" altLang="tr-TR"/>
              <a:t>Xplore</a:t>
            </a:r>
            <a:r>
              <a:rPr lang="tr-TR" altLang="en-US"/>
              <a:t>’</a:t>
            </a:r>
            <a:r>
              <a:rPr lang="tr-TR" altLang="tr-TR"/>
              <a:t>08 March 14, Phoenix Contact, Blomberg</a:t>
            </a:r>
          </a:p>
        </p:txBody>
      </p:sp>
      <p:sp>
        <p:nvSpPr>
          <p:cNvPr id="6" name="Slayt Numarası Yer Tutucusu 5">
            <a:extLst>
              <a:ext uri="{FF2B5EF4-FFF2-40B4-BE49-F238E27FC236}">
                <a16:creationId xmlns:a16="http://schemas.microsoft.com/office/drawing/2014/main" id="{6E2071E7-7BC8-FA22-4D01-1E501EE15C2C}"/>
              </a:ext>
            </a:extLst>
          </p:cNvPr>
          <p:cNvSpPr>
            <a:spLocks noGrp="1"/>
          </p:cNvSpPr>
          <p:nvPr>
            <p:ph type="sldNum" sz="quarter" idx="12"/>
          </p:nvPr>
        </p:nvSpPr>
        <p:spPr/>
        <p:txBody>
          <a:bodyPr/>
          <a:lstStyle/>
          <a:p>
            <a:pPr>
              <a:defRPr/>
            </a:pPr>
            <a:fld id="{50812B67-C7F9-4EE8-BDC0-25A7FB165ADF}" type="slidenum">
              <a:rPr lang="en-US" altLang="tr-TR" smtClean="0"/>
              <a:pPr>
                <a:defRPr/>
              </a:pPr>
              <a:t>‹#›</a:t>
            </a:fld>
            <a:endParaRPr lang="en-US" altLang="tr-TR"/>
          </a:p>
        </p:txBody>
      </p:sp>
    </p:spTree>
    <p:extLst>
      <p:ext uri="{BB962C8B-B14F-4D97-AF65-F5344CB8AC3E}">
        <p14:creationId xmlns:p14="http://schemas.microsoft.com/office/powerpoint/2010/main" val="347880159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Bölüm Üst Bilgisi">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1ACFF5CD-D791-3D22-DD0C-D4E5D060FDBF}"/>
              </a:ext>
            </a:extLst>
          </p:cNvPr>
          <p:cNvSpPr>
            <a:spLocks noGrp="1"/>
          </p:cNvSpPr>
          <p:nvPr>
            <p:ph type="title"/>
          </p:nvPr>
        </p:nvSpPr>
        <p:spPr>
          <a:xfrm>
            <a:off x="1719374" y="8077327"/>
            <a:ext cx="21734978" cy="13477201"/>
          </a:xfrm>
        </p:spPr>
        <p:txBody>
          <a:bodyPr anchor="b"/>
          <a:lstStyle>
            <a:lvl1pPr>
              <a:defRPr sz="12401"/>
            </a:lvl1pPr>
          </a:lstStyle>
          <a:p>
            <a:r>
              <a:rPr lang="tr-TR"/>
              <a:t>Asıl başlık stilini düzenlemek için tıklayın</a:t>
            </a:r>
          </a:p>
        </p:txBody>
      </p:sp>
      <p:sp>
        <p:nvSpPr>
          <p:cNvPr id="3" name="Metin Yer Tutucusu 2">
            <a:extLst>
              <a:ext uri="{FF2B5EF4-FFF2-40B4-BE49-F238E27FC236}">
                <a16:creationId xmlns:a16="http://schemas.microsoft.com/office/drawing/2014/main" id="{D99872E8-8EBC-D27B-6A22-4DF3D387FE4F}"/>
              </a:ext>
            </a:extLst>
          </p:cNvPr>
          <p:cNvSpPr>
            <a:spLocks noGrp="1"/>
          </p:cNvSpPr>
          <p:nvPr>
            <p:ph type="body" idx="1"/>
          </p:nvPr>
        </p:nvSpPr>
        <p:spPr>
          <a:xfrm>
            <a:off x="1719374" y="21682028"/>
            <a:ext cx="21734978" cy="7087342"/>
          </a:xfrm>
        </p:spPr>
        <p:txBody>
          <a:bodyPr/>
          <a:lstStyle>
            <a:lvl1pPr marL="0" indent="0">
              <a:buNone/>
              <a:defRPr sz="4961">
                <a:solidFill>
                  <a:schemeClr val="tx1">
                    <a:tint val="75000"/>
                  </a:schemeClr>
                </a:solidFill>
              </a:defRPr>
            </a:lvl1pPr>
            <a:lvl2pPr marL="944987" indent="0">
              <a:buNone/>
              <a:defRPr sz="4134">
                <a:solidFill>
                  <a:schemeClr val="tx1">
                    <a:tint val="75000"/>
                  </a:schemeClr>
                </a:solidFill>
              </a:defRPr>
            </a:lvl2pPr>
            <a:lvl3pPr marL="1889973" indent="0">
              <a:buNone/>
              <a:defRPr sz="3720">
                <a:solidFill>
                  <a:schemeClr val="tx1">
                    <a:tint val="75000"/>
                  </a:schemeClr>
                </a:solidFill>
              </a:defRPr>
            </a:lvl3pPr>
            <a:lvl4pPr marL="2834960" indent="0">
              <a:buNone/>
              <a:defRPr sz="3307">
                <a:solidFill>
                  <a:schemeClr val="tx1">
                    <a:tint val="75000"/>
                  </a:schemeClr>
                </a:solidFill>
              </a:defRPr>
            </a:lvl4pPr>
            <a:lvl5pPr marL="3779947" indent="0">
              <a:buNone/>
              <a:defRPr sz="3307">
                <a:solidFill>
                  <a:schemeClr val="tx1">
                    <a:tint val="75000"/>
                  </a:schemeClr>
                </a:solidFill>
              </a:defRPr>
            </a:lvl5pPr>
            <a:lvl6pPr marL="4724933" indent="0">
              <a:buNone/>
              <a:defRPr sz="3307">
                <a:solidFill>
                  <a:schemeClr val="tx1">
                    <a:tint val="75000"/>
                  </a:schemeClr>
                </a:solidFill>
              </a:defRPr>
            </a:lvl6pPr>
            <a:lvl7pPr marL="5669920" indent="0">
              <a:buNone/>
              <a:defRPr sz="3307">
                <a:solidFill>
                  <a:schemeClr val="tx1">
                    <a:tint val="75000"/>
                  </a:schemeClr>
                </a:solidFill>
              </a:defRPr>
            </a:lvl7pPr>
            <a:lvl8pPr marL="6614907" indent="0">
              <a:buNone/>
              <a:defRPr sz="3307">
                <a:solidFill>
                  <a:schemeClr val="tx1">
                    <a:tint val="75000"/>
                  </a:schemeClr>
                </a:solidFill>
              </a:defRPr>
            </a:lvl8pPr>
            <a:lvl9pPr marL="7559893" indent="0">
              <a:buNone/>
              <a:defRPr sz="3307">
                <a:solidFill>
                  <a:schemeClr val="tx1">
                    <a:tint val="75000"/>
                  </a:schemeClr>
                </a:solidFill>
              </a:defRPr>
            </a:lvl9pPr>
          </a:lstStyle>
          <a:p>
            <a:pPr lvl="0"/>
            <a:r>
              <a:rPr lang="tr-TR"/>
              <a:t>Asıl metin stillerini düzenlemek için tıklayın</a:t>
            </a:r>
          </a:p>
        </p:txBody>
      </p:sp>
      <p:sp>
        <p:nvSpPr>
          <p:cNvPr id="4" name="Veri Yer Tutucusu 3">
            <a:extLst>
              <a:ext uri="{FF2B5EF4-FFF2-40B4-BE49-F238E27FC236}">
                <a16:creationId xmlns:a16="http://schemas.microsoft.com/office/drawing/2014/main" id="{29F7D51C-E2FC-79C1-9E1A-B897DB3DAE36}"/>
              </a:ext>
            </a:extLst>
          </p:cNvPr>
          <p:cNvSpPr>
            <a:spLocks noGrp="1"/>
          </p:cNvSpPr>
          <p:nvPr>
            <p:ph type="dt" sz="half" idx="10"/>
          </p:nvPr>
        </p:nvSpPr>
        <p:spPr/>
        <p:txBody>
          <a:bodyPr/>
          <a:lstStyle/>
          <a:p>
            <a:pPr>
              <a:defRPr/>
            </a:pPr>
            <a:endParaRPr lang="tr-TR"/>
          </a:p>
        </p:txBody>
      </p:sp>
      <p:sp>
        <p:nvSpPr>
          <p:cNvPr id="5" name="Alt Bilgi Yer Tutucusu 4">
            <a:extLst>
              <a:ext uri="{FF2B5EF4-FFF2-40B4-BE49-F238E27FC236}">
                <a16:creationId xmlns:a16="http://schemas.microsoft.com/office/drawing/2014/main" id="{796C6720-45E4-2F42-853E-101BDBEB328C}"/>
              </a:ext>
            </a:extLst>
          </p:cNvPr>
          <p:cNvSpPr>
            <a:spLocks noGrp="1"/>
          </p:cNvSpPr>
          <p:nvPr>
            <p:ph type="ftr" sz="quarter" idx="11"/>
          </p:nvPr>
        </p:nvSpPr>
        <p:spPr/>
        <p:txBody>
          <a:bodyPr/>
          <a:lstStyle/>
          <a:p>
            <a:pPr>
              <a:defRPr/>
            </a:pPr>
            <a:r>
              <a:rPr lang="tr-TR" altLang="tr-TR"/>
              <a:t>Xplore</a:t>
            </a:r>
            <a:r>
              <a:rPr lang="tr-TR" altLang="en-US"/>
              <a:t>’</a:t>
            </a:r>
            <a:r>
              <a:rPr lang="tr-TR" altLang="tr-TR"/>
              <a:t>08 March 14, Phoenix Contact, Blomberg</a:t>
            </a:r>
          </a:p>
        </p:txBody>
      </p:sp>
      <p:sp>
        <p:nvSpPr>
          <p:cNvPr id="6" name="Slayt Numarası Yer Tutucusu 5">
            <a:extLst>
              <a:ext uri="{FF2B5EF4-FFF2-40B4-BE49-F238E27FC236}">
                <a16:creationId xmlns:a16="http://schemas.microsoft.com/office/drawing/2014/main" id="{9920568D-C23C-FECC-F614-6587B3A530BB}"/>
              </a:ext>
            </a:extLst>
          </p:cNvPr>
          <p:cNvSpPr>
            <a:spLocks noGrp="1"/>
          </p:cNvSpPr>
          <p:nvPr>
            <p:ph type="sldNum" sz="quarter" idx="12"/>
          </p:nvPr>
        </p:nvSpPr>
        <p:spPr/>
        <p:txBody>
          <a:bodyPr/>
          <a:lstStyle/>
          <a:p>
            <a:pPr>
              <a:defRPr/>
            </a:pPr>
            <a:fld id="{50812B67-C7F9-4EE8-BDC0-25A7FB165ADF}" type="slidenum">
              <a:rPr lang="en-US" altLang="tr-TR" smtClean="0"/>
              <a:pPr>
                <a:defRPr/>
              </a:pPr>
              <a:t>‹#›</a:t>
            </a:fld>
            <a:endParaRPr lang="en-US" altLang="tr-TR"/>
          </a:p>
        </p:txBody>
      </p:sp>
    </p:spTree>
    <p:extLst>
      <p:ext uri="{BB962C8B-B14F-4D97-AF65-F5344CB8AC3E}">
        <p14:creationId xmlns:p14="http://schemas.microsoft.com/office/powerpoint/2010/main" val="414337916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İki İçerik">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4536EA8B-D0B7-8CF6-B515-B78142DAAB3F}"/>
              </a:ext>
            </a:extLst>
          </p:cNvPr>
          <p:cNvSpPr>
            <a:spLocks noGrp="1"/>
          </p:cNvSpPr>
          <p:nvPr>
            <p:ph type="title"/>
          </p:nvPr>
        </p:nvSpPr>
        <p:spPr/>
        <p:txBody>
          <a:bodyPr/>
          <a:lstStyle/>
          <a:p>
            <a:r>
              <a:rPr lang="tr-TR"/>
              <a:t>Asıl başlık stilini düzenlemek için tıklayın</a:t>
            </a:r>
          </a:p>
        </p:txBody>
      </p:sp>
      <p:sp>
        <p:nvSpPr>
          <p:cNvPr id="3" name="İçerik Yer Tutucusu 2">
            <a:extLst>
              <a:ext uri="{FF2B5EF4-FFF2-40B4-BE49-F238E27FC236}">
                <a16:creationId xmlns:a16="http://schemas.microsoft.com/office/drawing/2014/main" id="{133F9250-5920-6D56-F0C1-0E2A50742980}"/>
              </a:ext>
            </a:extLst>
          </p:cNvPr>
          <p:cNvSpPr>
            <a:spLocks noGrp="1"/>
          </p:cNvSpPr>
          <p:nvPr>
            <p:ph sz="half" idx="1"/>
          </p:nvPr>
        </p:nvSpPr>
        <p:spPr>
          <a:xfrm>
            <a:off x="1732498" y="8624810"/>
            <a:ext cx="10709989" cy="20557051"/>
          </a:xfrm>
        </p:spPr>
        <p:txBody>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4" name="İçerik Yer Tutucusu 3">
            <a:extLst>
              <a:ext uri="{FF2B5EF4-FFF2-40B4-BE49-F238E27FC236}">
                <a16:creationId xmlns:a16="http://schemas.microsoft.com/office/drawing/2014/main" id="{AAEAC635-DC96-8DD2-4FBD-2F18FE687D1B}"/>
              </a:ext>
            </a:extLst>
          </p:cNvPr>
          <p:cNvSpPr>
            <a:spLocks noGrp="1"/>
          </p:cNvSpPr>
          <p:nvPr>
            <p:ph sz="half" idx="2"/>
          </p:nvPr>
        </p:nvSpPr>
        <p:spPr>
          <a:xfrm>
            <a:off x="12757488" y="8624810"/>
            <a:ext cx="10709989" cy="20557051"/>
          </a:xfrm>
        </p:spPr>
        <p:txBody>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5" name="Veri Yer Tutucusu 4">
            <a:extLst>
              <a:ext uri="{FF2B5EF4-FFF2-40B4-BE49-F238E27FC236}">
                <a16:creationId xmlns:a16="http://schemas.microsoft.com/office/drawing/2014/main" id="{11098495-8834-0F3C-B702-4753B4B4BA83}"/>
              </a:ext>
            </a:extLst>
          </p:cNvPr>
          <p:cNvSpPr>
            <a:spLocks noGrp="1"/>
          </p:cNvSpPr>
          <p:nvPr>
            <p:ph type="dt" sz="half" idx="10"/>
          </p:nvPr>
        </p:nvSpPr>
        <p:spPr/>
        <p:txBody>
          <a:bodyPr/>
          <a:lstStyle/>
          <a:p>
            <a:pPr>
              <a:defRPr/>
            </a:pPr>
            <a:endParaRPr lang="tr-TR"/>
          </a:p>
        </p:txBody>
      </p:sp>
      <p:sp>
        <p:nvSpPr>
          <p:cNvPr id="6" name="Alt Bilgi Yer Tutucusu 5">
            <a:extLst>
              <a:ext uri="{FF2B5EF4-FFF2-40B4-BE49-F238E27FC236}">
                <a16:creationId xmlns:a16="http://schemas.microsoft.com/office/drawing/2014/main" id="{729336B7-3246-3FFB-9199-EDE8C3D91D06}"/>
              </a:ext>
            </a:extLst>
          </p:cNvPr>
          <p:cNvSpPr>
            <a:spLocks noGrp="1"/>
          </p:cNvSpPr>
          <p:nvPr>
            <p:ph type="ftr" sz="quarter" idx="11"/>
          </p:nvPr>
        </p:nvSpPr>
        <p:spPr/>
        <p:txBody>
          <a:bodyPr/>
          <a:lstStyle/>
          <a:p>
            <a:pPr>
              <a:defRPr/>
            </a:pPr>
            <a:r>
              <a:rPr lang="tr-TR" altLang="tr-TR"/>
              <a:t>Xplore</a:t>
            </a:r>
            <a:r>
              <a:rPr lang="tr-TR" altLang="en-US"/>
              <a:t>’</a:t>
            </a:r>
            <a:r>
              <a:rPr lang="tr-TR" altLang="tr-TR"/>
              <a:t>08 March 14, Phoenix Contact, Blomberg</a:t>
            </a:r>
          </a:p>
        </p:txBody>
      </p:sp>
      <p:sp>
        <p:nvSpPr>
          <p:cNvPr id="7" name="Slayt Numarası Yer Tutucusu 6">
            <a:extLst>
              <a:ext uri="{FF2B5EF4-FFF2-40B4-BE49-F238E27FC236}">
                <a16:creationId xmlns:a16="http://schemas.microsoft.com/office/drawing/2014/main" id="{EC050A3F-C1B3-C431-DD8B-A2A7D7A4BBC0}"/>
              </a:ext>
            </a:extLst>
          </p:cNvPr>
          <p:cNvSpPr>
            <a:spLocks noGrp="1"/>
          </p:cNvSpPr>
          <p:nvPr>
            <p:ph type="sldNum" sz="quarter" idx="12"/>
          </p:nvPr>
        </p:nvSpPr>
        <p:spPr/>
        <p:txBody>
          <a:bodyPr/>
          <a:lstStyle/>
          <a:p>
            <a:pPr>
              <a:defRPr/>
            </a:pPr>
            <a:fld id="{50812B67-C7F9-4EE8-BDC0-25A7FB165ADF}" type="slidenum">
              <a:rPr lang="en-US" altLang="tr-TR" smtClean="0"/>
              <a:pPr>
                <a:defRPr/>
              </a:pPr>
              <a:t>‹#›</a:t>
            </a:fld>
            <a:endParaRPr lang="en-US" altLang="tr-TR"/>
          </a:p>
        </p:txBody>
      </p:sp>
    </p:spTree>
    <p:extLst>
      <p:ext uri="{BB962C8B-B14F-4D97-AF65-F5344CB8AC3E}">
        <p14:creationId xmlns:p14="http://schemas.microsoft.com/office/powerpoint/2010/main" val="351077100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Karşılaştırma">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11566376-D983-680C-DFAF-E8007DE10E1F}"/>
              </a:ext>
            </a:extLst>
          </p:cNvPr>
          <p:cNvSpPr>
            <a:spLocks noGrp="1"/>
          </p:cNvSpPr>
          <p:nvPr>
            <p:ph type="title"/>
          </p:nvPr>
        </p:nvSpPr>
        <p:spPr>
          <a:xfrm>
            <a:off x="1735781" y="1724964"/>
            <a:ext cx="21734978" cy="6262365"/>
          </a:xfrm>
        </p:spPr>
        <p:txBody>
          <a:bodyPr/>
          <a:lstStyle/>
          <a:p>
            <a:r>
              <a:rPr lang="tr-TR"/>
              <a:t>Asıl başlık stilini düzenlemek için tıklayın</a:t>
            </a:r>
          </a:p>
        </p:txBody>
      </p:sp>
      <p:sp>
        <p:nvSpPr>
          <p:cNvPr id="3" name="Metin Yer Tutucusu 2">
            <a:extLst>
              <a:ext uri="{FF2B5EF4-FFF2-40B4-BE49-F238E27FC236}">
                <a16:creationId xmlns:a16="http://schemas.microsoft.com/office/drawing/2014/main" id="{4AF7490E-B6F7-0774-442E-DFDBEBF69F67}"/>
              </a:ext>
            </a:extLst>
          </p:cNvPr>
          <p:cNvSpPr>
            <a:spLocks noGrp="1"/>
          </p:cNvSpPr>
          <p:nvPr>
            <p:ph type="body" idx="1"/>
          </p:nvPr>
        </p:nvSpPr>
        <p:spPr>
          <a:xfrm>
            <a:off x="1735781" y="7942328"/>
            <a:ext cx="10660770" cy="3892412"/>
          </a:xfrm>
        </p:spPr>
        <p:txBody>
          <a:bodyPr anchor="b"/>
          <a:lstStyle>
            <a:lvl1pPr marL="0" indent="0">
              <a:buNone/>
              <a:defRPr sz="4961" b="1"/>
            </a:lvl1pPr>
            <a:lvl2pPr marL="944987" indent="0">
              <a:buNone/>
              <a:defRPr sz="4134" b="1"/>
            </a:lvl2pPr>
            <a:lvl3pPr marL="1889973" indent="0">
              <a:buNone/>
              <a:defRPr sz="3720" b="1"/>
            </a:lvl3pPr>
            <a:lvl4pPr marL="2834960" indent="0">
              <a:buNone/>
              <a:defRPr sz="3307" b="1"/>
            </a:lvl4pPr>
            <a:lvl5pPr marL="3779947" indent="0">
              <a:buNone/>
              <a:defRPr sz="3307" b="1"/>
            </a:lvl5pPr>
            <a:lvl6pPr marL="4724933" indent="0">
              <a:buNone/>
              <a:defRPr sz="3307" b="1"/>
            </a:lvl6pPr>
            <a:lvl7pPr marL="5669920" indent="0">
              <a:buNone/>
              <a:defRPr sz="3307" b="1"/>
            </a:lvl7pPr>
            <a:lvl8pPr marL="6614907" indent="0">
              <a:buNone/>
              <a:defRPr sz="3307" b="1"/>
            </a:lvl8pPr>
            <a:lvl9pPr marL="7559893" indent="0">
              <a:buNone/>
              <a:defRPr sz="3307" b="1"/>
            </a:lvl9pPr>
          </a:lstStyle>
          <a:p>
            <a:pPr lvl="0"/>
            <a:r>
              <a:rPr lang="tr-TR"/>
              <a:t>Asıl metin stillerini düzenlemek için tıklayın</a:t>
            </a:r>
          </a:p>
        </p:txBody>
      </p:sp>
      <p:sp>
        <p:nvSpPr>
          <p:cNvPr id="4" name="İçerik Yer Tutucusu 3">
            <a:extLst>
              <a:ext uri="{FF2B5EF4-FFF2-40B4-BE49-F238E27FC236}">
                <a16:creationId xmlns:a16="http://schemas.microsoft.com/office/drawing/2014/main" id="{FC0239EE-427F-A1A4-025D-2DDD451FA8F4}"/>
              </a:ext>
            </a:extLst>
          </p:cNvPr>
          <p:cNvSpPr>
            <a:spLocks noGrp="1"/>
          </p:cNvSpPr>
          <p:nvPr>
            <p:ph sz="half" idx="2"/>
          </p:nvPr>
        </p:nvSpPr>
        <p:spPr>
          <a:xfrm>
            <a:off x="1735781" y="11834740"/>
            <a:ext cx="10660770" cy="17407120"/>
          </a:xfrm>
        </p:spPr>
        <p:txBody>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5" name="Metin Yer Tutucusu 4">
            <a:extLst>
              <a:ext uri="{FF2B5EF4-FFF2-40B4-BE49-F238E27FC236}">
                <a16:creationId xmlns:a16="http://schemas.microsoft.com/office/drawing/2014/main" id="{43A0E5C0-BBD0-EFA7-5826-02FBCD10E87E}"/>
              </a:ext>
            </a:extLst>
          </p:cNvPr>
          <p:cNvSpPr>
            <a:spLocks noGrp="1"/>
          </p:cNvSpPr>
          <p:nvPr>
            <p:ph type="body" sz="quarter" idx="3"/>
          </p:nvPr>
        </p:nvSpPr>
        <p:spPr>
          <a:xfrm>
            <a:off x="12757487" y="7942328"/>
            <a:ext cx="10713272" cy="3892412"/>
          </a:xfrm>
        </p:spPr>
        <p:txBody>
          <a:bodyPr anchor="b"/>
          <a:lstStyle>
            <a:lvl1pPr marL="0" indent="0">
              <a:buNone/>
              <a:defRPr sz="4961" b="1"/>
            </a:lvl1pPr>
            <a:lvl2pPr marL="944987" indent="0">
              <a:buNone/>
              <a:defRPr sz="4134" b="1"/>
            </a:lvl2pPr>
            <a:lvl3pPr marL="1889973" indent="0">
              <a:buNone/>
              <a:defRPr sz="3720" b="1"/>
            </a:lvl3pPr>
            <a:lvl4pPr marL="2834960" indent="0">
              <a:buNone/>
              <a:defRPr sz="3307" b="1"/>
            </a:lvl4pPr>
            <a:lvl5pPr marL="3779947" indent="0">
              <a:buNone/>
              <a:defRPr sz="3307" b="1"/>
            </a:lvl5pPr>
            <a:lvl6pPr marL="4724933" indent="0">
              <a:buNone/>
              <a:defRPr sz="3307" b="1"/>
            </a:lvl6pPr>
            <a:lvl7pPr marL="5669920" indent="0">
              <a:buNone/>
              <a:defRPr sz="3307" b="1"/>
            </a:lvl7pPr>
            <a:lvl8pPr marL="6614907" indent="0">
              <a:buNone/>
              <a:defRPr sz="3307" b="1"/>
            </a:lvl8pPr>
            <a:lvl9pPr marL="7559893" indent="0">
              <a:buNone/>
              <a:defRPr sz="3307" b="1"/>
            </a:lvl9pPr>
          </a:lstStyle>
          <a:p>
            <a:pPr lvl="0"/>
            <a:r>
              <a:rPr lang="tr-TR"/>
              <a:t>Asıl metin stillerini düzenlemek için tıklayın</a:t>
            </a:r>
          </a:p>
        </p:txBody>
      </p:sp>
      <p:sp>
        <p:nvSpPr>
          <p:cNvPr id="6" name="İçerik Yer Tutucusu 5">
            <a:extLst>
              <a:ext uri="{FF2B5EF4-FFF2-40B4-BE49-F238E27FC236}">
                <a16:creationId xmlns:a16="http://schemas.microsoft.com/office/drawing/2014/main" id="{30DF2E37-0200-C099-3FAF-0A65A0B23C96}"/>
              </a:ext>
            </a:extLst>
          </p:cNvPr>
          <p:cNvSpPr>
            <a:spLocks noGrp="1"/>
          </p:cNvSpPr>
          <p:nvPr>
            <p:ph sz="quarter" idx="4"/>
          </p:nvPr>
        </p:nvSpPr>
        <p:spPr>
          <a:xfrm>
            <a:off x="12757487" y="11834740"/>
            <a:ext cx="10713272" cy="17407120"/>
          </a:xfrm>
        </p:spPr>
        <p:txBody>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7" name="Veri Yer Tutucusu 6">
            <a:extLst>
              <a:ext uri="{FF2B5EF4-FFF2-40B4-BE49-F238E27FC236}">
                <a16:creationId xmlns:a16="http://schemas.microsoft.com/office/drawing/2014/main" id="{7D3002EB-3A74-7C0B-CE14-84147B3C08E6}"/>
              </a:ext>
            </a:extLst>
          </p:cNvPr>
          <p:cNvSpPr>
            <a:spLocks noGrp="1"/>
          </p:cNvSpPr>
          <p:nvPr>
            <p:ph type="dt" sz="half" idx="10"/>
          </p:nvPr>
        </p:nvSpPr>
        <p:spPr/>
        <p:txBody>
          <a:bodyPr/>
          <a:lstStyle/>
          <a:p>
            <a:pPr>
              <a:defRPr/>
            </a:pPr>
            <a:endParaRPr lang="tr-TR"/>
          </a:p>
        </p:txBody>
      </p:sp>
      <p:sp>
        <p:nvSpPr>
          <p:cNvPr id="8" name="Alt Bilgi Yer Tutucusu 7">
            <a:extLst>
              <a:ext uri="{FF2B5EF4-FFF2-40B4-BE49-F238E27FC236}">
                <a16:creationId xmlns:a16="http://schemas.microsoft.com/office/drawing/2014/main" id="{34E9CE7A-62D3-565E-144D-D9B66F31F3C3}"/>
              </a:ext>
            </a:extLst>
          </p:cNvPr>
          <p:cNvSpPr>
            <a:spLocks noGrp="1"/>
          </p:cNvSpPr>
          <p:nvPr>
            <p:ph type="ftr" sz="quarter" idx="11"/>
          </p:nvPr>
        </p:nvSpPr>
        <p:spPr/>
        <p:txBody>
          <a:bodyPr/>
          <a:lstStyle/>
          <a:p>
            <a:pPr>
              <a:defRPr/>
            </a:pPr>
            <a:r>
              <a:rPr lang="tr-TR" altLang="tr-TR"/>
              <a:t>Xplore</a:t>
            </a:r>
            <a:r>
              <a:rPr lang="tr-TR" altLang="en-US"/>
              <a:t>’</a:t>
            </a:r>
            <a:r>
              <a:rPr lang="tr-TR" altLang="tr-TR"/>
              <a:t>08 March 14, Phoenix Contact, Blomberg</a:t>
            </a:r>
          </a:p>
        </p:txBody>
      </p:sp>
      <p:sp>
        <p:nvSpPr>
          <p:cNvPr id="9" name="Slayt Numarası Yer Tutucusu 8">
            <a:extLst>
              <a:ext uri="{FF2B5EF4-FFF2-40B4-BE49-F238E27FC236}">
                <a16:creationId xmlns:a16="http://schemas.microsoft.com/office/drawing/2014/main" id="{D9F0291F-6E2F-77B9-E5DF-EE6209CE1084}"/>
              </a:ext>
            </a:extLst>
          </p:cNvPr>
          <p:cNvSpPr>
            <a:spLocks noGrp="1"/>
          </p:cNvSpPr>
          <p:nvPr>
            <p:ph type="sldNum" sz="quarter" idx="12"/>
          </p:nvPr>
        </p:nvSpPr>
        <p:spPr/>
        <p:txBody>
          <a:bodyPr/>
          <a:lstStyle/>
          <a:p>
            <a:pPr>
              <a:defRPr/>
            </a:pPr>
            <a:fld id="{50812B67-C7F9-4EE8-BDC0-25A7FB165ADF}" type="slidenum">
              <a:rPr lang="en-US" altLang="tr-TR" smtClean="0"/>
              <a:pPr>
                <a:defRPr/>
              </a:pPr>
              <a:t>‹#›</a:t>
            </a:fld>
            <a:endParaRPr lang="en-US" altLang="tr-TR"/>
          </a:p>
        </p:txBody>
      </p:sp>
    </p:spTree>
    <p:extLst>
      <p:ext uri="{BB962C8B-B14F-4D97-AF65-F5344CB8AC3E}">
        <p14:creationId xmlns:p14="http://schemas.microsoft.com/office/powerpoint/2010/main" val="215709227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Yalnızca Başlık">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35EA2900-36E3-9A61-B91A-B642643F760B}"/>
              </a:ext>
            </a:extLst>
          </p:cNvPr>
          <p:cNvSpPr>
            <a:spLocks noGrp="1"/>
          </p:cNvSpPr>
          <p:nvPr>
            <p:ph type="title"/>
          </p:nvPr>
        </p:nvSpPr>
        <p:spPr/>
        <p:txBody>
          <a:bodyPr/>
          <a:lstStyle/>
          <a:p>
            <a:r>
              <a:rPr lang="tr-TR"/>
              <a:t>Asıl başlık stilini düzenlemek için tıklayın</a:t>
            </a:r>
          </a:p>
        </p:txBody>
      </p:sp>
      <p:sp>
        <p:nvSpPr>
          <p:cNvPr id="3" name="Veri Yer Tutucusu 2">
            <a:extLst>
              <a:ext uri="{FF2B5EF4-FFF2-40B4-BE49-F238E27FC236}">
                <a16:creationId xmlns:a16="http://schemas.microsoft.com/office/drawing/2014/main" id="{E1B62845-A6A0-7FFC-B2D7-D8EEF71DAF27}"/>
              </a:ext>
            </a:extLst>
          </p:cNvPr>
          <p:cNvSpPr>
            <a:spLocks noGrp="1"/>
          </p:cNvSpPr>
          <p:nvPr>
            <p:ph type="dt" sz="half" idx="10"/>
          </p:nvPr>
        </p:nvSpPr>
        <p:spPr/>
        <p:txBody>
          <a:bodyPr/>
          <a:lstStyle/>
          <a:p>
            <a:pPr>
              <a:defRPr/>
            </a:pPr>
            <a:endParaRPr lang="tr-TR"/>
          </a:p>
        </p:txBody>
      </p:sp>
      <p:sp>
        <p:nvSpPr>
          <p:cNvPr id="4" name="Alt Bilgi Yer Tutucusu 3">
            <a:extLst>
              <a:ext uri="{FF2B5EF4-FFF2-40B4-BE49-F238E27FC236}">
                <a16:creationId xmlns:a16="http://schemas.microsoft.com/office/drawing/2014/main" id="{0B6DED3B-8756-BC4A-2E37-28B58FF35520}"/>
              </a:ext>
            </a:extLst>
          </p:cNvPr>
          <p:cNvSpPr>
            <a:spLocks noGrp="1"/>
          </p:cNvSpPr>
          <p:nvPr>
            <p:ph type="ftr" sz="quarter" idx="11"/>
          </p:nvPr>
        </p:nvSpPr>
        <p:spPr/>
        <p:txBody>
          <a:bodyPr/>
          <a:lstStyle/>
          <a:p>
            <a:pPr>
              <a:defRPr/>
            </a:pPr>
            <a:r>
              <a:rPr lang="tr-TR" altLang="tr-TR"/>
              <a:t>Xplore</a:t>
            </a:r>
            <a:r>
              <a:rPr lang="tr-TR" altLang="en-US"/>
              <a:t>’</a:t>
            </a:r>
            <a:r>
              <a:rPr lang="tr-TR" altLang="tr-TR"/>
              <a:t>08 March 14, Phoenix Contact, Blomberg</a:t>
            </a:r>
          </a:p>
        </p:txBody>
      </p:sp>
      <p:sp>
        <p:nvSpPr>
          <p:cNvPr id="5" name="Slayt Numarası Yer Tutucusu 4">
            <a:extLst>
              <a:ext uri="{FF2B5EF4-FFF2-40B4-BE49-F238E27FC236}">
                <a16:creationId xmlns:a16="http://schemas.microsoft.com/office/drawing/2014/main" id="{E18746CD-7B38-1F8A-C0B8-62143DCFF678}"/>
              </a:ext>
            </a:extLst>
          </p:cNvPr>
          <p:cNvSpPr>
            <a:spLocks noGrp="1"/>
          </p:cNvSpPr>
          <p:nvPr>
            <p:ph type="sldNum" sz="quarter" idx="12"/>
          </p:nvPr>
        </p:nvSpPr>
        <p:spPr/>
        <p:txBody>
          <a:bodyPr/>
          <a:lstStyle/>
          <a:p>
            <a:pPr>
              <a:defRPr/>
            </a:pPr>
            <a:fld id="{50812B67-C7F9-4EE8-BDC0-25A7FB165ADF}" type="slidenum">
              <a:rPr lang="en-US" altLang="tr-TR" smtClean="0"/>
              <a:pPr>
                <a:defRPr/>
              </a:pPr>
              <a:t>‹#›</a:t>
            </a:fld>
            <a:endParaRPr lang="en-US" altLang="tr-TR"/>
          </a:p>
        </p:txBody>
      </p:sp>
    </p:spTree>
    <p:extLst>
      <p:ext uri="{BB962C8B-B14F-4D97-AF65-F5344CB8AC3E}">
        <p14:creationId xmlns:p14="http://schemas.microsoft.com/office/powerpoint/2010/main" val="52958125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oş">
    <p:spTree>
      <p:nvGrpSpPr>
        <p:cNvPr id="1" name=""/>
        <p:cNvGrpSpPr/>
        <p:nvPr/>
      </p:nvGrpSpPr>
      <p:grpSpPr>
        <a:xfrm>
          <a:off x="0" y="0"/>
          <a:ext cx="0" cy="0"/>
          <a:chOff x="0" y="0"/>
          <a:chExt cx="0" cy="0"/>
        </a:xfrm>
      </p:grpSpPr>
      <p:sp>
        <p:nvSpPr>
          <p:cNvPr id="2" name="Veri Yer Tutucusu 1">
            <a:extLst>
              <a:ext uri="{FF2B5EF4-FFF2-40B4-BE49-F238E27FC236}">
                <a16:creationId xmlns:a16="http://schemas.microsoft.com/office/drawing/2014/main" id="{22EF5E8F-80F8-33F8-CBF7-ACD216719B1E}"/>
              </a:ext>
            </a:extLst>
          </p:cNvPr>
          <p:cNvSpPr>
            <a:spLocks noGrp="1"/>
          </p:cNvSpPr>
          <p:nvPr>
            <p:ph type="dt" sz="half" idx="10"/>
          </p:nvPr>
        </p:nvSpPr>
        <p:spPr/>
        <p:txBody>
          <a:bodyPr/>
          <a:lstStyle/>
          <a:p>
            <a:pPr>
              <a:defRPr/>
            </a:pPr>
            <a:endParaRPr lang="tr-TR"/>
          </a:p>
        </p:txBody>
      </p:sp>
      <p:sp>
        <p:nvSpPr>
          <p:cNvPr id="3" name="Alt Bilgi Yer Tutucusu 2">
            <a:extLst>
              <a:ext uri="{FF2B5EF4-FFF2-40B4-BE49-F238E27FC236}">
                <a16:creationId xmlns:a16="http://schemas.microsoft.com/office/drawing/2014/main" id="{06314C1B-570D-E5BF-ED68-647B0CA13C91}"/>
              </a:ext>
            </a:extLst>
          </p:cNvPr>
          <p:cNvSpPr>
            <a:spLocks noGrp="1"/>
          </p:cNvSpPr>
          <p:nvPr>
            <p:ph type="ftr" sz="quarter" idx="11"/>
          </p:nvPr>
        </p:nvSpPr>
        <p:spPr/>
        <p:txBody>
          <a:bodyPr/>
          <a:lstStyle/>
          <a:p>
            <a:pPr>
              <a:defRPr/>
            </a:pPr>
            <a:r>
              <a:rPr lang="tr-TR" altLang="tr-TR"/>
              <a:t>Xplore</a:t>
            </a:r>
            <a:r>
              <a:rPr lang="tr-TR" altLang="en-US"/>
              <a:t>’</a:t>
            </a:r>
            <a:r>
              <a:rPr lang="tr-TR" altLang="tr-TR"/>
              <a:t>08 March 14, Phoenix Contact, Blomberg</a:t>
            </a:r>
          </a:p>
        </p:txBody>
      </p:sp>
      <p:sp>
        <p:nvSpPr>
          <p:cNvPr id="4" name="Slayt Numarası Yer Tutucusu 3">
            <a:extLst>
              <a:ext uri="{FF2B5EF4-FFF2-40B4-BE49-F238E27FC236}">
                <a16:creationId xmlns:a16="http://schemas.microsoft.com/office/drawing/2014/main" id="{FB74581F-3DCB-9A88-A4AF-896651C3373F}"/>
              </a:ext>
            </a:extLst>
          </p:cNvPr>
          <p:cNvSpPr>
            <a:spLocks noGrp="1"/>
          </p:cNvSpPr>
          <p:nvPr>
            <p:ph type="sldNum" sz="quarter" idx="12"/>
          </p:nvPr>
        </p:nvSpPr>
        <p:spPr/>
        <p:txBody>
          <a:bodyPr/>
          <a:lstStyle/>
          <a:p>
            <a:pPr>
              <a:defRPr/>
            </a:pPr>
            <a:fld id="{50812B67-C7F9-4EE8-BDC0-25A7FB165ADF}" type="slidenum">
              <a:rPr lang="en-US" altLang="tr-TR" smtClean="0"/>
              <a:pPr>
                <a:defRPr/>
              </a:pPr>
              <a:t>‹#›</a:t>
            </a:fld>
            <a:endParaRPr lang="en-US" altLang="tr-TR"/>
          </a:p>
        </p:txBody>
      </p:sp>
    </p:spTree>
    <p:extLst>
      <p:ext uri="{BB962C8B-B14F-4D97-AF65-F5344CB8AC3E}">
        <p14:creationId xmlns:p14="http://schemas.microsoft.com/office/powerpoint/2010/main" val="23879038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Başlıklı İçerik">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4C582082-77F9-D458-530A-2C8EAE519D6D}"/>
              </a:ext>
            </a:extLst>
          </p:cNvPr>
          <p:cNvSpPr>
            <a:spLocks noGrp="1"/>
          </p:cNvSpPr>
          <p:nvPr>
            <p:ph type="title"/>
          </p:nvPr>
        </p:nvSpPr>
        <p:spPr>
          <a:xfrm>
            <a:off x="1735782" y="2159952"/>
            <a:ext cx="8127647" cy="7559834"/>
          </a:xfrm>
        </p:spPr>
        <p:txBody>
          <a:bodyPr anchor="b"/>
          <a:lstStyle>
            <a:lvl1pPr>
              <a:defRPr sz="6614"/>
            </a:lvl1pPr>
          </a:lstStyle>
          <a:p>
            <a:r>
              <a:rPr lang="tr-TR"/>
              <a:t>Asıl başlık stilini düzenlemek için tıklayın</a:t>
            </a:r>
          </a:p>
        </p:txBody>
      </p:sp>
      <p:sp>
        <p:nvSpPr>
          <p:cNvPr id="3" name="İçerik Yer Tutucusu 2">
            <a:extLst>
              <a:ext uri="{FF2B5EF4-FFF2-40B4-BE49-F238E27FC236}">
                <a16:creationId xmlns:a16="http://schemas.microsoft.com/office/drawing/2014/main" id="{348E346C-35CE-28DD-B378-6407847D1D13}"/>
              </a:ext>
            </a:extLst>
          </p:cNvPr>
          <p:cNvSpPr>
            <a:spLocks noGrp="1"/>
          </p:cNvSpPr>
          <p:nvPr>
            <p:ph idx="1"/>
          </p:nvPr>
        </p:nvSpPr>
        <p:spPr>
          <a:xfrm>
            <a:off x="10713272" y="4664900"/>
            <a:ext cx="12757487" cy="23024494"/>
          </a:xfrm>
        </p:spPr>
        <p:txBody>
          <a:bodyPr/>
          <a:lstStyle>
            <a:lvl1pPr>
              <a:defRPr sz="6614"/>
            </a:lvl1pPr>
            <a:lvl2pPr>
              <a:defRPr sz="5787"/>
            </a:lvl2pPr>
            <a:lvl3pPr>
              <a:defRPr sz="4961"/>
            </a:lvl3pPr>
            <a:lvl4pPr>
              <a:defRPr sz="4134"/>
            </a:lvl4pPr>
            <a:lvl5pPr>
              <a:defRPr sz="4134"/>
            </a:lvl5pPr>
            <a:lvl6pPr>
              <a:defRPr sz="4134"/>
            </a:lvl6pPr>
            <a:lvl7pPr>
              <a:defRPr sz="4134"/>
            </a:lvl7pPr>
            <a:lvl8pPr>
              <a:defRPr sz="4134"/>
            </a:lvl8pPr>
            <a:lvl9pPr>
              <a:defRPr sz="4134"/>
            </a:lvl9p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4" name="Metin Yer Tutucusu 3">
            <a:extLst>
              <a:ext uri="{FF2B5EF4-FFF2-40B4-BE49-F238E27FC236}">
                <a16:creationId xmlns:a16="http://schemas.microsoft.com/office/drawing/2014/main" id="{36140CB0-3A43-B8EE-43AB-F9857E8A8725}"/>
              </a:ext>
            </a:extLst>
          </p:cNvPr>
          <p:cNvSpPr>
            <a:spLocks noGrp="1"/>
          </p:cNvSpPr>
          <p:nvPr>
            <p:ph type="body" sz="half" idx="2"/>
          </p:nvPr>
        </p:nvSpPr>
        <p:spPr>
          <a:xfrm>
            <a:off x="1735782" y="9719786"/>
            <a:ext cx="8127647" cy="18007107"/>
          </a:xfrm>
        </p:spPr>
        <p:txBody>
          <a:bodyPr/>
          <a:lstStyle>
            <a:lvl1pPr marL="0" indent="0">
              <a:buNone/>
              <a:defRPr sz="3307"/>
            </a:lvl1pPr>
            <a:lvl2pPr marL="944987" indent="0">
              <a:buNone/>
              <a:defRPr sz="2894"/>
            </a:lvl2pPr>
            <a:lvl3pPr marL="1889973" indent="0">
              <a:buNone/>
              <a:defRPr sz="2480"/>
            </a:lvl3pPr>
            <a:lvl4pPr marL="2834960" indent="0">
              <a:buNone/>
              <a:defRPr sz="2067"/>
            </a:lvl4pPr>
            <a:lvl5pPr marL="3779947" indent="0">
              <a:buNone/>
              <a:defRPr sz="2067"/>
            </a:lvl5pPr>
            <a:lvl6pPr marL="4724933" indent="0">
              <a:buNone/>
              <a:defRPr sz="2067"/>
            </a:lvl6pPr>
            <a:lvl7pPr marL="5669920" indent="0">
              <a:buNone/>
              <a:defRPr sz="2067"/>
            </a:lvl7pPr>
            <a:lvl8pPr marL="6614907" indent="0">
              <a:buNone/>
              <a:defRPr sz="2067"/>
            </a:lvl8pPr>
            <a:lvl9pPr marL="7559893" indent="0">
              <a:buNone/>
              <a:defRPr sz="2067"/>
            </a:lvl9pPr>
          </a:lstStyle>
          <a:p>
            <a:pPr lvl="0"/>
            <a:r>
              <a:rPr lang="tr-TR"/>
              <a:t>Asıl metin stillerini düzenlemek için tıklayın</a:t>
            </a:r>
          </a:p>
        </p:txBody>
      </p:sp>
      <p:sp>
        <p:nvSpPr>
          <p:cNvPr id="5" name="Veri Yer Tutucusu 4">
            <a:extLst>
              <a:ext uri="{FF2B5EF4-FFF2-40B4-BE49-F238E27FC236}">
                <a16:creationId xmlns:a16="http://schemas.microsoft.com/office/drawing/2014/main" id="{0A77B7CD-489F-C419-D36F-83B44E4502C0}"/>
              </a:ext>
            </a:extLst>
          </p:cNvPr>
          <p:cNvSpPr>
            <a:spLocks noGrp="1"/>
          </p:cNvSpPr>
          <p:nvPr>
            <p:ph type="dt" sz="half" idx="10"/>
          </p:nvPr>
        </p:nvSpPr>
        <p:spPr/>
        <p:txBody>
          <a:bodyPr/>
          <a:lstStyle/>
          <a:p>
            <a:pPr>
              <a:defRPr/>
            </a:pPr>
            <a:endParaRPr lang="tr-TR"/>
          </a:p>
        </p:txBody>
      </p:sp>
      <p:sp>
        <p:nvSpPr>
          <p:cNvPr id="6" name="Alt Bilgi Yer Tutucusu 5">
            <a:extLst>
              <a:ext uri="{FF2B5EF4-FFF2-40B4-BE49-F238E27FC236}">
                <a16:creationId xmlns:a16="http://schemas.microsoft.com/office/drawing/2014/main" id="{521A2D1C-23E2-D385-2F77-38A066C48348}"/>
              </a:ext>
            </a:extLst>
          </p:cNvPr>
          <p:cNvSpPr>
            <a:spLocks noGrp="1"/>
          </p:cNvSpPr>
          <p:nvPr>
            <p:ph type="ftr" sz="quarter" idx="11"/>
          </p:nvPr>
        </p:nvSpPr>
        <p:spPr/>
        <p:txBody>
          <a:bodyPr/>
          <a:lstStyle/>
          <a:p>
            <a:pPr>
              <a:defRPr/>
            </a:pPr>
            <a:r>
              <a:rPr lang="tr-TR" altLang="tr-TR"/>
              <a:t>Xplore</a:t>
            </a:r>
            <a:r>
              <a:rPr lang="tr-TR" altLang="en-US"/>
              <a:t>’</a:t>
            </a:r>
            <a:r>
              <a:rPr lang="tr-TR" altLang="tr-TR"/>
              <a:t>08 March 14, Phoenix Contact, Blomberg</a:t>
            </a:r>
          </a:p>
        </p:txBody>
      </p:sp>
      <p:sp>
        <p:nvSpPr>
          <p:cNvPr id="7" name="Slayt Numarası Yer Tutucusu 6">
            <a:extLst>
              <a:ext uri="{FF2B5EF4-FFF2-40B4-BE49-F238E27FC236}">
                <a16:creationId xmlns:a16="http://schemas.microsoft.com/office/drawing/2014/main" id="{3A5EC61B-93AB-A20D-2814-31473F4057FD}"/>
              </a:ext>
            </a:extLst>
          </p:cNvPr>
          <p:cNvSpPr>
            <a:spLocks noGrp="1"/>
          </p:cNvSpPr>
          <p:nvPr>
            <p:ph type="sldNum" sz="quarter" idx="12"/>
          </p:nvPr>
        </p:nvSpPr>
        <p:spPr/>
        <p:txBody>
          <a:bodyPr/>
          <a:lstStyle/>
          <a:p>
            <a:pPr>
              <a:defRPr/>
            </a:pPr>
            <a:fld id="{50812B67-C7F9-4EE8-BDC0-25A7FB165ADF}" type="slidenum">
              <a:rPr lang="en-US" altLang="tr-TR" smtClean="0"/>
              <a:pPr>
                <a:defRPr/>
              </a:pPr>
              <a:t>‹#›</a:t>
            </a:fld>
            <a:endParaRPr lang="en-US" altLang="tr-TR"/>
          </a:p>
        </p:txBody>
      </p:sp>
    </p:spTree>
    <p:extLst>
      <p:ext uri="{BB962C8B-B14F-4D97-AF65-F5344CB8AC3E}">
        <p14:creationId xmlns:p14="http://schemas.microsoft.com/office/powerpoint/2010/main" val="328065778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aşlıklı Resim">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094C1045-1B83-F174-6BFE-4BD89BE7C69B}"/>
              </a:ext>
            </a:extLst>
          </p:cNvPr>
          <p:cNvSpPr>
            <a:spLocks noGrp="1"/>
          </p:cNvSpPr>
          <p:nvPr>
            <p:ph type="title"/>
          </p:nvPr>
        </p:nvSpPr>
        <p:spPr>
          <a:xfrm>
            <a:off x="1735782" y="2159952"/>
            <a:ext cx="8127647" cy="7559834"/>
          </a:xfrm>
        </p:spPr>
        <p:txBody>
          <a:bodyPr anchor="b"/>
          <a:lstStyle>
            <a:lvl1pPr>
              <a:defRPr sz="6614"/>
            </a:lvl1pPr>
          </a:lstStyle>
          <a:p>
            <a:r>
              <a:rPr lang="tr-TR"/>
              <a:t>Asıl başlık stilini düzenlemek için tıklayın</a:t>
            </a:r>
          </a:p>
        </p:txBody>
      </p:sp>
      <p:sp>
        <p:nvSpPr>
          <p:cNvPr id="3" name="Resim Yer Tutucusu 2">
            <a:extLst>
              <a:ext uri="{FF2B5EF4-FFF2-40B4-BE49-F238E27FC236}">
                <a16:creationId xmlns:a16="http://schemas.microsoft.com/office/drawing/2014/main" id="{CA03894E-ED88-143F-3E57-C6A6AE6669EB}"/>
              </a:ext>
            </a:extLst>
          </p:cNvPr>
          <p:cNvSpPr>
            <a:spLocks noGrp="1"/>
          </p:cNvSpPr>
          <p:nvPr>
            <p:ph type="pic" idx="1"/>
          </p:nvPr>
        </p:nvSpPr>
        <p:spPr>
          <a:xfrm>
            <a:off x="10713272" y="4664900"/>
            <a:ext cx="12757487" cy="23024494"/>
          </a:xfrm>
        </p:spPr>
        <p:txBody>
          <a:bodyPr/>
          <a:lstStyle>
            <a:lvl1pPr marL="0" indent="0">
              <a:buNone/>
              <a:defRPr sz="6614"/>
            </a:lvl1pPr>
            <a:lvl2pPr marL="944987" indent="0">
              <a:buNone/>
              <a:defRPr sz="5787"/>
            </a:lvl2pPr>
            <a:lvl3pPr marL="1889973" indent="0">
              <a:buNone/>
              <a:defRPr sz="4961"/>
            </a:lvl3pPr>
            <a:lvl4pPr marL="2834960" indent="0">
              <a:buNone/>
              <a:defRPr sz="4134"/>
            </a:lvl4pPr>
            <a:lvl5pPr marL="3779947" indent="0">
              <a:buNone/>
              <a:defRPr sz="4134"/>
            </a:lvl5pPr>
            <a:lvl6pPr marL="4724933" indent="0">
              <a:buNone/>
              <a:defRPr sz="4134"/>
            </a:lvl6pPr>
            <a:lvl7pPr marL="5669920" indent="0">
              <a:buNone/>
              <a:defRPr sz="4134"/>
            </a:lvl7pPr>
            <a:lvl8pPr marL="6614907" indent="0">
              <a:buNone/>
              <a:defRPr sz="4134"/>
            </a:lvl8pPr>
            <a:lvl9pPr marL="7559893" indent="0">
              <a:buNone/>
              <a:defRPr sz="4134"/>
            </a:lvl9pPr>
          </a:lstStyle>
          <a:p>
            <a:endParaRPr lang="tr-TR"/>
          </a:p>
        </p:txBody>
      </p:sp>
      <p:sp>
        <p:nvSpPr>
          <p:cNvPr id="4" name="Metin Yer Tutucusu 3">
            <a:extLst>
              <a:ext uri="{FF2B5EF4-FFF2-40B4-BE49-F238E27FC236}">
                <a16:creationId xmlns:a16="http://schemas.microsoft.com/office/drawing/2014/main" id="{10143861-E665-CB23-B521-ECB24212177F}"/>
              </a:ext>
            </a:extLst>
          </p:cNvPr>
          <p:cNvSpPr>
            <a:spLocks noGrp="1"/>
          </p:cNvSpPr>
          <p:nvPr>
            <p:ph type="body" sz="half" idx="2"/>
          </p:nvPr>
        </p:nvSpPr>
        <p:spPr>
          <a:xfrm>
            <a:off x="1735782" y="9719786"/>
            <a:ext cx="8127647" cy="18007107"/>
          </a:xfrm>
        </p:spPr>
        <p:txBody>
          <a:bodyPr/>
          <a:lstStyle>
            <a:lvl1pPr marL="0" indent="0">
              <a:buNone/>
              <a:defRPr sz="3307"/>
            </a:lvl1pPr>
            <a:lvl2pPr marL="944987" indent="0">
              <a:buNone/>
              <a:defRPr sz="2894"/>
            </a:lvl2pPr>
            <a:lvl3pPr marL="1889973" indent="0">
              <a:buNone/>
              <a:defRPr sz="2480"/>
            </a:lvl3pPr>
            <a:lvl4pPr marL="2834960" indent="0">
              <a:buNone/>
              <a:defRPr sz="2067"/>
            </a:lvl4pPr>
            <a:lvl5pPr marL="3779947" indent="0">
              <a:buNone/>
              <a:defRPr sz="2067"/>
            </a:lvl5pPr>
            <a:lvl6pPr marL="4724933" indent="0">
              <a:buNone/>
              <a:defRPr sz="2067"/>
            </a:lvl6pPr>
            <a:lvl7pPr marL="5669920" indent="0">
              <a:buNone/>
              <a:defRPr sz="2067"/>
            </a:lvl7pPr>
            <a:lvl8pPr marL="6614907" indent="0">
              <a:buNone/>
              <a:defRPr sz="2067"/>
            </a:lvl8pPr>
            <a:lvl9pPr marL="7559893" indent="0">
              <a:buNone/>
              <a:defRPr sz="2067"/>
            </a:lvl9pPr>
          </a:lstStyle>
          <a:p>
            <a:pPr lvl="0"/>
            <a:r>
              <a:rPr lang="tr-TR"/>
              <a:t>Asıl metin stillerini düzenlemek için tıklayın</a:t>
            </a:r>
          </a:p>
        </p:txBody>
      </p:sp>
      <p:sp>
        <p:nvSpPr>
          <p:cNvPr id="5" name="Veri Yer Tutucusu 4">
            <a:extLst>
              <a:ext uri="{FF2B5EF4-FFF2-40B4-BE49-F238E27FC236}">
                <a16:creationId xmlns:a16="http://schemas.microsoft.com/office/drawing/2014/main" id="{ED087D29-564C-09E4-F93F-F135D312D2E1}"/>
              </a:ext>
            </a:extLst>
          </p:cNvPr>
          <p:cNvSpPr>
            <a:spLocks noGrp="1"/>
          </p:cNvSpPr>
          <p:nvPr>
            <p:ph type="dt" sz="half" idx="10"/>
          </p:nvPr>
        </p:nvSpPr>
        <p:spPr/>
        <p:txBody>
          <a:bodyPr/>
          <a:lstStyle/>
          <a:p>
            <a:pPr>
              <a:defRPr/>
            </a:pPr>
            <a:endParaRPr lang="tr-TR"/>
          </a:p>
        </p:txBody>
      </p:sp>
      <p:sp>
        <p:nvSpPr>
          <p:cNvPr id="6" name="Alt Bilgi Yer Tutucusu 5">
            <a:extLst>
              <a:ext uri="{FF2B5EF4-FFF2-40B4-BE49-F238E27FC236}">
                <a16:creationId xmlns:a16="http://schemas.microsoft.com/office/drawing/2014/main" id="{A260B766-52BD-7171-4A5F-C4718BD93FFF}"/>
              </a:ext>
            </a:extLst>
          </p:cNvPr>
          <p:cNvSpPr>
            <a:spLocks noGrp="1"/>
          </p:cNvSpPr>
          <p:nvPr>
            <p:ph type="ftr" sz="quarter" idx="11"/>
          </p:nvPr>
        </p:nvSpPr>
        <p:spPr/>
        <p:txBody>
          <a:bodyPr/>
          <a:lstStyle/>
          <a:p>
            <a:pPr>
              <a:defRPr/>
            </a:pPr>
            <a:r>
              <a:rPr lang="tr-TR" altLang="tr-TR"/>
              <a:t>Xplore</a:t>
            </a:r>
            <a:r>
              <a:rPr lang="tr-TR" altLang="en-US"/>
              <a:t>’</a:t>
            </a:r>
            <a:r>
              <a:rPr lang="tr-TR" altLang="tr-TR"/>
              <a:t>08 March 14, Phoenix Contact, Blomberg</a:t>
            </a:r>
          </a:p>
        </p:txBody>
      </p:sp>
      <p:sp>
        <p:nvSpPr>
          <p:cNvPr id="7" name="Slayt Numarası Yer Tutucusu 6">
            <a:extLst>
              <a:ext uri="{FF2B5EF4-FFF2-40B4-BE49-F238E27FC236}">
                <a16:creationId xmlns:a16="http://schemas.microsoft.com/office/drawing/2014/main" id="{1D9FC788-FD73-FA63-FEC5-55C2E312A4C3}"/>
              </a:ext>
            </a:extLst>
          </p:cNvPr>
          <p:cNvSpPr>
            <a:spLocks noGrp="1"/>
          </p:cNvSpPr>
          <p:nvPr>
            <p:ph type="sldNum" sz="quarter" idx="12"/>
          </p:nvPr>
        </p:nvSpPr>
        <p:spPr/>
        <p:txBody>
          <a:bodyPr/>
          <a:lstStyle/>
          <a:p>
            <a:pPr>
              <a:defRPr/>
            </a:pPr>
            <a:fld id="{50812B67-C7F9-4EE8-BDC0-25A7FB165ADF}" type="slidenum">
              <a:rPr lang="en-US" altLang="tr-TR" smtClean="0"/>
              <a:pPr>
                <a:defRPr/>
              </a:pPr>
              <a:t>‹#›</a:t>
            </a:fld>
            <a:endParaRPr lang="en-US" altLang="tr-TR"/>
          </a:p>
        </p:txBody>
      </p:sp>
    </p:spTree>
    <p:extLst>
      <p:ext uri="{BB962C8B-B14F-4D97-AF65-F5344CB8AC3E}">
        <p14:creationId xmlns:p14="http://schemas.microsoft.com/office/powerpoint/2010/main" val="343251074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Başlık ve Dikey Metin">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C3854A8F-5F40-13E8-96C5-FBA2061CB242}"/>
              </a:ext>
            </a:extLst>
          </p:cNvPr>
          <p:cNvSpPr>
            <a:spLocks noGrp="1"/>
          </p:cNvSpPr>
          <p:nvPr>
            <p:ph type="title"/>
          </p:nvPr>
        </p:nvSpPr>
        <p:spPr/>
        <p:txBody>
          <a:bodyPr/>
          <a:lstStyle/>
          <a:p>
            <a:r>
              <a:rPr lang="tr-TR"/>
              <a:t>Asıl başlık stilini düzenlemek için tıklayın</a:t>
            </a:r>
          </a:p>
        </p:txBody>
      </p:sp>
      <p:sp>
        <p:nvSpPr>
          <p:cNvPr id="3" name="Dikey Metin Yer Tutucusu 2">
            <a:extLst>
              <a:ext uri="{FF2B5EF4-FFF2-40B4-BE49-F238E27FC236}">
                <a16:creationId xmlns:a16="http://schemas.microsoft.com/office/drawing/2014/main" id="{47214D0D-8EB5-217B-0663-2B9E711CDD8F}"/>
              </a:ext>
            </a:extLst>
          </p:cNvPr>
          <p:cNvSpPr>
            <a:spLocks noGrp="1"/>
          </p:cNvSpPr>
          <p:nvPr>
            <p:ph type="body" orient="vert" idx="1"/>
          </p:nvPr>
        </p:nvSpPr>
        <p:spPr/>
        <p:txBody>
          <a:bodyPr vert="eaVert"/>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4" name="Veri Yer Tutucusu 3">
            <a:extLst>
              <a:ext uri="{FF2B5EF4-FFF2-40B4-BE49-F238E27FC236}">
                <a16:creationId xmlns:a16="http://schemas.microsoft.com/office/drawing/2014/main" id="{E2EDE6B5-112D-1DA7-622B-4D74837684B8}"/>
              </a:ext>
            </a:extLst>
          </p:cNvPr>
          <p:cNvSpPr>
            <a:spLocks noGrp="1"/>
          </p:cNvSpPr>
          <p:nvPr>
            <p:ph type="dt" sz="half" idx="10"/>
          </p:nvPr>
        </p:nvSpPr>
        <p:spPr/>
        <p:txBody>
          <a:bodyPr/>
          <a:lstStyle/>
          <a:p>
            <a:pPr>
              <a:defRPr/>
            </a:pPr>
            <a:endParaRPr lang="tr-TR"/>
          </a:p>
        </p:txBody>
      </p:sp>
      <p:sp>
        <p:nvSpPr>
          <p:cNvPr id="5" name="Alt Bilgi Yer Tutucusu 4">
            <a:extLst>
              <a:ext uri="{FF2B5EF4-FFF2-40B4-BE49-F238E27FC236}">
                <a16:creationId xmlns:a16="http://schemas.microsoft.com/office/drawing/2014/main" id="{AE0627BD-9382-D89C-7022-F6F764698B49}"/>
              </a:ext>
            </a:extLst>
          </p:cNvPr>
          <p:cNvSpPr>
            <a:spLocks noGrp="1"/>
          </p:cNvSpPr>
          <p:nvPr>
            <p:ph type="ftr" sz="quarter" idx="11"/>
          </p:nvPr>
        </p:nvSpPr>
        <p:spPr/>
        <p:txBody>
          <a:bodyPr/>
          <a:lstStyle/>
          <a:p>
            <a:pPr>
              <a:defRPr/>
            </a:pPr>
            <a:r>
              <a:rPr lang="tr-TR" altLang="tr-TR"/>
              <a:t>Xplore</a:t>
            </a:r>
            <a:r>
              <a:rPr lang="tr-TR" altLang="en-US"/>
              <a:t>’</a:t>
            </a:r>
            <a:r>
              <a:rPr lang="tr-TR" altLang="tr-TR"/>
              <a:t>08 March 14, Phoenix Contact, Blomberg</a:t>
            </a:r>
          </a:p>
        </p:txBody>
      </p:sp>
      <p:sp>
        <p:nvSpPr>
          <p:cNvPr id="6" name="Slayt Numarası Yer Tutucusu 5">
            <a:extLst>
              <a:ext uri="{FF2B5EF4-FFF2-40B4-BE49-F238E27FC236}">
                <a16:creationId xmlns:a16="http://schemas.microsoft.com/office/drawing/2014/main" id="{0EE20983-FB27-6FBC-B667-C07EE8F081D9}"/>
              </a:ext>
            </a:extLst>
          </p:cNvPr>
          <p:cNvSpPr>
            <a:spLocks noGrp="1"/>
          </p:cNvSpPr>
          <p:nvPr>
            <p:ph type="sldNum" sz="quarter" idx="12"/>
          </p:nvPr>
        </p:nvSpPr>
        <p:spPr/>
        <p:txBody>
          <a:bodyPr/>
          <a:lstStyle/>
          <a:p>
            <a:pPr>
              <a:defRPr/>
            </a:pPr>
            <a:fld id="{50812B67-C7F9-4EE8-BDC0-25A7FB165ADF}" type="slidenum">
              <a:rPr lang="en-US" altLang="tr-TR" smtClean="0"/>
              <a:pPr>
                <a:defRPr/>
              </a:pPr>
              <a:t>‹#›</a:t>
            </a:fld>
            <a:endParaRPr lang="en-US" altLang="tr-TR"/>
          </a:p>
        </p:txBody>
      </p:sp>
    </p:spTree>
    <p:extLst>
      <p:ext uri="{BB962C8B-B14F-4D97-AF65-F5344CB8AC3E}">
        <p14:creationId xmlns:p14="http://schemas.microsoft.com/office/powerpoint/2010/main" val="168974928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Dikey Başlık ve Metin">
    <p:spTree>
      <p:nvGrpSpPr>
        <p:cNvPr id="1" name=""/>
        <p:cNvGrpSpPr/>
        <p:nvPr/>
      </p:nvGrpSpPr>
      <p:grpSpPr>
        <a:xfrm>
          <a:off x="0" y="0"/>
          <a:ext cx="0" cy="0"/>
          <a:chOff x="0" y="0"/>
          <a:chExt cx="0" cy="0"/>
        </a:xfrm>
      </p:grpSpPr>
      <p:sp>
        <p:nvSpPr>
          <p:cNvPr id="2" name="Dikey Başlık 1">
            <a:extLst>
              <a:ext uri="{FF2B5EF4-FFF2-40B4-BE49-F238E27FC236}">
                <a16:creationId xmlns:a16="http://schemas.microsoft.com/office/drawing/2014/main" id="{C7356947-D541-CB01-1BF5-4A53E1A7FD18}"/>
              </a:ext>
            </a:extLst>
          </p:cNvPr>
          <p:cNvSpPr>
            <a:spLocks noGrp="1"/>
          </p:cNvSpPr>
          <p:nvPr>
            <p:ph type="title" orient="vert"/>
          </p:nvPr>
        </p:nvSpPr>
        <p:spPr>
          <a:xfrm>
            <a:off x="18033732" y="1724962"/>
            <a:ext cx="5433745" cy="27456899"/>
          </a:xfrm>
        </p:spPr>
        <p:txBody>
          <a:bodyPr vert="eaVert"/>
          <a:lstStyle/>
          <a:p>
            <a:r>
              <a:rPr lang="tr-TR"/>
              <a:t>Asıl başlık stilini düzenlemek için tıklayın</a:t>
            </a:r>
          </a:p>
        </p:txBody>
      </p:sp>
      <p:sp>
        <p:nvSpPr>
          <p:cNvPr id="3" name="Dikey Metin Yer Tutucusu 2">
            <a:extLst>
              <a:ext uri="{FF2B5EF4-FFF2-40B4-BE49-F238E27FC236}">
                <a16:creationId xmlns:a16="http://schemas.microsoft.com/office/drawing/2014/main" id="{2416B9BB-657E-5BD6-68D8-F6587C0B8404}"/>
              </a:ext>
            </a:extLst>
          </p:cNvPr>
          <p:cNvSpPr>
            <a:spLocks noGrp="1"/>
          </p:cNvSpPr>
          <p:nvPr>
            <p:ph type="body" orient="vert" idx="1"/>
          </p:nvPr>
        </p:nvSpPr>
        <p:spPr>
          <a:xfrm>
            <a:off x="1732498" y="1724962"/>
            <a:ext cx="15986234" cy="27456899"/>
          </a:xfrm>
        </p:spPr>
        <p:txBody>
          <a:bodyPr vert="eaVert"/>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4" name="Veri Yer Tutucusu 3">
            <a:extLst>
              <a:ext uri="{FF2B5EF4-FFF2-40B4-BE49-F238E27FC236}">
                <a16:creationId xmlns:a16="http://schemas.microsoft.com/office/drawing/2014/main" id="{5B288246-0FA4-674E-0175-A84B1FF4321C}"/>
              </a:ext>
            </a:extLst>
          </p:cNvPr>
          <p:cNvSpPr>
            <a:spLocks noGrp="1"/>
          </p:cNvSpPr>
          <p:nvPr>
            <p:ph type="dt" sz="half" idx="10"/>
          </p:nvPr>
        </p:nvSpPr>
        <p:spPr/>
        <p:txBody>
          <a:bodyPr/>
          <a:lstStyle/>
          <a:p>
            <a:pPr>
              <a:defRPr/>
            </a:pPr>
            <a:endParaRPr lang="tr-TR"/>
          </a:p>
        </p:txBody>
      </p:sp>
      <p:sp>
        <p:nvSpPr>
          <p:cNvPr id="5" name="Alt Bilgi Yer Tutucusu 4">
            <a:extLst>
              <a:ext uri="{FF2B5EF4-FFF2-40B4-BE49-F238E27FC236}">
                <a16:creationId xmlns:a16="http://schemas.microsoft.com/office/drawing/2014/main" id="{4F2849CA-1319-47E7-BD61-9FF6A7A0DC44}"/>
              </a:ext>
            </a:extLst>
          </p:cNvPr>
          <p:cNvSpPr>
            <a:spLocks noGrp="1"/>
          </p:cNvSpPr>
          <p:nvPr>
            <p:ph type="ftr" sz="quarter" idx="11"/>
          </p:nvPr>
        </p:nvSpPr>
        <p:spPr/>
        <p:txBody>
          <a:bodyPr/>
          <a:lstStyle/>
          <a:p>
            <a:pPr>
              <a:defRPr/>
            </a:pPr>
            <a:r>
              <a:rPr lang="tr-TR" altLang="tr-TR"/>
              <a:t>Xplore</a:t>
            </a:r>
            <a:r>
              <a:rPr lang="tr-TR" altLang="en-US"/>
              <a:t>’</a:t>
            </a:r>
            <a:r>
              <a:rPr lang="tr-TR" altLang="tr-TR"/>
              <a:t>08 March 14, Phoenix Contact, Blomberg</a:t>
            </a:r>
          </a:p>
        </p:txBody>
      </p:sp>
      <p:sp>
        <p:nvSpPr>
          <p:cNvPr id="6" name="Slayt Numarası Yer Tutucusu 5">
            <a:extLst>
              <a:ext uri="{FF2B5EF4-FFF2-40B4-BE49-F238E27FC236}">
                <a16:creationId xmlns:a16="http://schemas.microsoft.com/office/drawing/2014/main" id="{9FC2EAE8-33BE-E86A-76BE-D7D067A8C0A7}"/>
              </a:ext>
            </a:extLst>
          </p:cNvPr>
          <p:cNvSpPr>
            <a:spLocks noGrp="1"/>
          </p:cNvSpPr>
          <p:nvPr>
            <p:ph type="sldNum" sz="quarter" idx="12"/>
          </p:nvPr>
        </p:nvSpPr>
        <p:spPr/>
        <p:txBody>
          <a:bodyPr/>
          <a:lstStyle/>
          <a:p>
            <a:pPr>
              <a:defRPr/>
            </a:pPr>
            <a:fld id="{50812B67-C7F9-4EE8-BDC0-25A7FB165ADF}" type="slidenum">
              <a:rPr lang="en-US" altLang="tr-TR" smtClean="0"/>
              <a:pPr>
                <a:defRPr/>
              </a:pPr>
              <a:t>‹#›</a:t>
            </a:fld>
            <a:endParaRPr lang="en-US" altLang="tr-TR"/>
          </a:p>
        </p:txBody>
      </p:sp>
    </p:spTree>
    <p:extLst>
      <p:ext uri="{BB962C8B-B14F-4D97-AF65-F5344CB8AC3E}">
        <p14:creationId xmlns:p14="http://schemas.microsoft.com/office/powerpoint/2010/main" val="40938799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Başlık Yer Tutucusu 1">
            <a:extLst>
              <a:ext uri="{FF2B5EF4-FFF2-40B4-BE49-F238E27FC236}">
                <a16:creationId xmlns:a16="http://schemas.microsoft.com/office/drawing/2014/main" id="{EC2AD57A-12CB-B6FD-C99E-CC8F9B124532}"/>
              </a:ext>
            </a:extLst>
          </p:cNvPr>
          <p:cNvSpPr>
            <a:spLocks noGrp="1"/>
          </p:cNvSpPr>
          <p:nvPr>
            <p:ph type="title"/>
          </p:nvPr>
        </p:nvSpPr>
        <p:spPr>
          <a:xfrm>
            <a:off x="1732499" y="1724964"/>
            <a:ext cx="21734978" cy="6262365"/>
          </a:xfrm>
          <a:prstGeom prst="rect">
            <a:avLst/>
          </a:prstGeom>
        </p:spPr>
        <p:txBody>
          <a:bodyPr vert="horz" lIns="91440" tIns="45720" rIns="91440" bIns="45720" rtlCol="0" anchor="ctr">
            <a:normAutofit/>
          </a:bodyPr>
          <a:lstStyle/>
          <a:p>
            <a:r>
              <a:rPr lang="tr-TR"/>
              <a:t>Asıl başlık stilini düzenlemek için tıklayın</a:t>
            </a:r>
          </a:p>
        </p:txBody>
      </p:sp>
      <p:sp>
        <p:nvSpPr>
          <p:cNvPr id="3" name="Metin Yer Tutucusu 2">
            <a:extLst>
              <a:ext uri="{FF2B5EF4-FFF2-40B4-BE49-F238E27FC236}">
                <a16:creationId xmlns:a16="http://schemas.microsoft.com/office/drawing/2014/main" id="{19EAAC8D-0145-9832-240E-EEECE8BC6D2D}"/>
              </a:ext>
            </a:extLst>
          </p:cNvPr>
          <p:cNvSpPr>
            <a:spLocks noGrp="1"/>
          </p:cNvSpPr>
          <p:nvPr>
            <p:ph type="body" idx="1"/>
          </p:nvPr>
        </p:nvSpPr>
        <p:spPr>
          <a:xfrm>
            <a:off x="1732499" y="8624810"/>
            <a:ext cx="21734978" cy="20557051"/>
          </a:xfrm>
          <a:prstGeom prst="rect">
            <a:avLst/>
          </a:prstGeom>
        </p:spPr>
        <p:txBody>
          <a:bodyPr vert="horz" lIns="91440" tIns="45720" rIns="91440" bIns="45720" rtlCol="0">
            <a:normAutofit/>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4" name="Veri Yer Tutucusu 3">
            <a:extLst>
              <a:ext uri="{FF2B5EF4-FFF2-40B4-BE49-F238E27FC236}">
                <a16:creationId xmlns:a16="http://schemas.microsoft.com/office/drawing/2014/main" id="{CD69A598-6DBD-1CA8-29AB-15EF892A45FA}"/>
              </a:ext>
            </a:extLst>
          </p:cNvPr>
          <p:cNvSpPr>
            <a:spLocks noGrp="1"/>
          </p:cNvSpPr>
          <p:nvPr>
            <p:ph type="dt" sz="half" idx="2"/>
          </p:nvPr>
        </p:nvSpPr>
        <p:spPr>
          <a:xfrm>
            <a:off x="1732498" y="30029342"/>
            <a:ext cx="5669994" cy="1724962"/>
          </a:xfrm>
          <a:prstGeom prst="rect">
            <a:avLst/>
          </a:prstGeom>
        </p:spPr>
        <p:txBody>
          <a:bodyPr vert="horz" lIns="91440" tIns="45720" rIns="91440" bIns="45720" rtlCol="0" anchor="ctr"/>
          <a:lstStyle>
            <a:lvl1pPr algn="l">
              <a:defRPr sz="2480">
                <a:solidFill>
                  <a:schemeClr val="tx1">
                    <a:tint val="75000"/>
                  </a:schemeClr>
                </a:solidFill>
              </a:defRPr>
            </a:lvl1pPr>
          </a:lstStyle>
          <a:p>
            <a:pPr>
              <a:defRPr/>
            </a:pPr>
            <a:endParaRPr lang="tr-TR"/>
          </a:p>
        </p:txBody>
      </p:sp>
      <p:sp>
        <p:nvSpPr>
          <p:cNvPr id="5" name="Alt Bilgi Yer Tutucusu 4">
            <a:extLst>
              <a:ext uri="{FF2B5EF4-FFF2-40B4-BE49-F238E27FC236}">
                <a16:creationId xmlns:a16="http://schemas.microsoft.com/office/drawing/2014/main" id="{26D7D104-11A4-A1E4-302F-794441A89138}"/>
              </a:ext>
            </a:extLst>
          </p:cNvPr>
          <p:cNvSpPr>
            <a:spLocks noGrp="1"/>
          </p:cNvSpPr>
          <p:nvPr>
            <p:ph type="ftr" sz="quarter" idx="3"/>
          </p:nvPr>
        </p:nvSpPr>
        <p:spPr>
          <a:xfrm>
            <a:off x="8347492" y="30029342"/>
            <a:ext cx="8504992" cy="1724962"/>
          </a:xfrm>
          <a:prstGeom prst="rect">
            <a:avLst/>
          </a:prstGeom>
        </p:spPr>
        <p:txBody>
          <a:bodyPr vert="horz" lIns="91440" tIns="45720" rIns="91440" bIns="45720" rtlCol="0" anchor="ctr"/>
          <a:lstStyle>
            <a:lvl1pPr algn="ctr">
              <a:defRPr sz="2480">
                <a:solidFill>
                  <a:schemeClr val="tx1">
                    <a:tint val="75000"/>
                  </a:schemeClr>
                </a:solidFill>
              </a:defRPr>
            </a:lvl1pPr>
          </a:lstStyle>
          <a:p>
            <a:pPr>
              <a:defRPr/>
            </a:pPr>
            <a:r>
              <a:rPr lang="tr-TR" altLang="tr-TR"/>
              <a:t>Xplore</a:t>
            </a:r>
            <a:r>
              <a:rPr lang="tr-TR" altLang="en-US"/>
              <a:t>’</a:t>
            </a:r>
            <a:r>
              <a:rPr lang="tr-TR" altLang="tr-TR"/>
              <a:t>08 March 14, Phoenix Contact, Blomberg</a:t>
            </a:r>
          </a:p>
        </p:txBody>
      </p:sp>
      <p:sp>
        <p:nvSpPr>
          <p:cNvPr id="6" name="Slayt Numarası Yer Tutucusu 5">
            <a:extLst>
              <a:ext uri="{FF2B5EF4-FFF2-40B4-BE49-F238E27FC236}">
                <a16:creationId xmlns:a16="http://schemas.microsoft.com/office/drawing/2014/main" id="{D50BDA0A-00A0-9864-2A75-950F495B5FF6}"/>
              </a:ext>
            </a:extLst>
          </p:cNvPr>
          <p:cNvSpPr>
            <a:spLocks noGrp="1"/>
          </p:cNvSpPr>
          <p:nvPr>
            <p:ph type="sldNum" sz="quarter" idx="4"/>
          </p:nvPr>
        </p:nvSpPr>
        <p:spPr>
          <a:xfrm>
            <a:off x="17797483" y="30029342"/>
            <a:ext cx="5669994" cy="1724962"/>
          </a:xfrm>
          <a:prstGeom prst="rect">
            <a:avLst/>
          </a:prstGeom>
        </p:spPr>
        <p:txBody>
          <a:bodyPr vert="horz" lIns="91440" tIns="45720" rIns="91440" bIns="45720" rtlCol="0" anchor="ctr"/>
          <a:lstStyle>
            <a:lvl1pPr algn="r">
              <a:defRPr sz="2480">
                <a:solidFill>
                  <a:schemeClr val="tx1">
                    <a:tint val="75000"/>
                  </a:schemeClr>
                </a:solidFill>
              </a:defRPr>
            </a:lvl1pPr>
          </a:lstStyle>
          <a:p>
            <a:pPr>
              <a:defRPr/>
            </a:pPr>
            <a:fld id="{50812B67-C7F9-4EE8-BDC0-25A7FB165ADF}" type="slidenum">
              <a:rPr lang="en-US" altLang="tr-TR" smtClean="0"/>
              <a:pPr>
                <a:defRPr/>
              </a:pPr>
              <a:t>‹#›</a:t>
            </a:fld>
            <a:endParaRPr lang="en-US" altLang="tr-TR"/>
          </a:p>
        </p:txBody>
      </p:sp>
    </p:spTree>
    <p:extLst>
      <p:ext uri="{BB962C8B-B14F-4D97-AF65-F5344CB8AC3E}">
        <p14:creationId xmlns:p14="http://schemas.microsoft.com/office/powerpoint/2010/main" val="303097017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1889973" rtl="0" eaLnBrk="1" latinLnBrk="0" hangingPunct="1">
        <a:lnSpc>
          <a:spcPct val="90000"/>
        </a:lnSpc>
        <a:spcBef>
          <a:spcPct val="0"/>
        </a:spcBef>
        <a:buNone/>
        <a:defRPr sz="9094" kern="1200">
          <a:solidFill>
            <a:schemeClr val="tx1"/>
          </a:solidFill>
          <a:latin typeface="+mj-lt"/>
          <a:ea typeface="+mj-ea"/>
          <a:cs typeface="+mj-cs"/>
        </a:defRPr>
      </a:lvl1pPr>
    </p:titleStyle>
    <p:bodyStyle>
      <a:lvl1pPr marL="472493" indent="-472493" algn="l" defTabSz="1889973" rtl="0" eaLnBrk="1" latinLnBrk="0" hangingPunct="1">
        <a:lnSpc>
          <a:spcPct val="90000"/>
        </a:lnSpc>
        <a:spcBef>
          <a:spcPts val="2067"/>
        </a:spcBef>
        <a:buFont typeface="Arial" panose="020B0604020202020204" pitchFamily="34" charset="0"/>
        <a:buChar char="•"/>
        <a:defRPr sz="5787" kern="1200">
          <a:solidFill>
            <a:schemeClr val="tx1"/>
          </a:solidFill>
          <a:latin typeface="+mn-lt"/>
          <a:ea typeface="+mn-ea"/>
          <a:cs typeface="+mn-cs"/>
        </a:defRPr>
      </a:lvl1pPr>
      <a:lvl2pPr marL="1417480" indent="-472493" algn="l" defTabSz="1889973" rtl="0" eaLnBrk="1" latinLnBrk="0" hangingPunct="1">
        <a:lnSpc>
          <a:spcPct val="90000"/>
        </a:lnSpc>
        <a:spcBef>
          <a:spcPts val="1033"/>
        </a:spcBef>
        <a:buFont typeface="Arial" panose="020B0604020202020204" pitchFamily="34" charset="0"/>
        <a:buChar char="•"/>
        <a:defRPr sz="4961" kern="1200">
          <a:solidFill>
            <a:schemeClr val="tx1"/>
          </a:solidFill>
          <a:latin typeface="+mn-lt"/>
          <a:ea typeface="+mn-ea"/>
          <a:cs typeface="+mn-cs"/>
        </a:defRPr>
      </a:lvl2pPr>
      <a:lvl3pPr marL="2362467" indent="-472493" algn="l" defTabSz="1889973" rtl="0" eaLnBrk="1" latinLnBrk="0" hangingPunct="1">
        <a:lnSpc>
          <a:spcPct val="90000"/>
        </a:lnSpc>
        <a:spcBef>
          <a:spcPts val="1033"/>
        </a:spcBef>
        <a:buFont typeface="Arial" panose="020B0604020202020204" pitchFamily="34" charset="0"/>
        <a:buChar char="•"/>
        <a:defRPr sz="4134" kern="1200">
          <a:solidFill>
            <a:schemeClr val="tx1"/>
          </a:solidFill>
          <a:latin typeface="+mn-lt"/>
          <a:ea typeface="+mn-ea"/>
          <a:cs typeface="+mn-cs"/>
        </a:defRPr>
      </a:lvl3pPr>
      <a:lvl4pPr marL="3307453" indent="-472493" algn="l" defTabSz="1889973" rtl="0" eaLnBrk="1" latinLnBrk="0" hangingPunct="1">
        <a:lnSpc>
          <a:spcPct val="90000"/>
        </a:lnSpc>
        <a:spcBef>
          <a:spcPts val="1033"/>
        </a:spcBef>
        <a:buFont typeface="Arial" panose="020B0604020202020204" pitchFamily="34" charset="0"/>
        <a:buChar char="•"/>
        <a:defRPr sz="3720" kern="1200">
          <a:solidFill>
            <a:schemeClr val="tx1"/>
          </a:solidFill>
          <a:latin typeface="+mn-lt"/>
          <a:ea typeface="+mn-ea"/>
          <a:cs typeface="+mn-cs"/>
        </a:defRPr>
      </a:lvl4pPr>
      <a:lvl5pPr marL="4252440" indent="-472493" algn="l" defTabSz="1889973" rtl="0" eaLnBrk="1" latinLnBrk="0" hangingPunct="1">
        <a:lnSpc>
          <a:spcPct val="90000"/>
        </a:lnSpc>
        <a:spcBef>
          <a:spcPts val="1033"/>
        </a:spcBef>
        <a:buFont typeface="Arial" panose="020B0604020202020204" pitchFamily="34" charset="0"/>
        <a:buChar char="•"/>
        <a:defRPr sz="3720" kern="1200">
          <a:solidFill>
            <a:schemeClr val="tx1"/>
          </a:solidFill>
          <a:latin typeface="+mn-lt"/>
          <a:ea typeface="+mn-ea"/>
          <a:cs typeface="+mn-cs"/>
        </a:defRPr>
      </a:lvl5pPr>
      <a:lvl6pPr marL="5197427" indent="-472493" algn="l" defTabSz="1889973" rtl="0" eaLnBrk="1" latinLnBrk="0" hangingPunct="1">
        <a:lnSpc>
          <a:spcPct val="90000"/>
        </a:lnSpc>
        <a:spcBef>
          <a:spcPts val="1033"/>
        </a:spcBef>
        <a:buFont typeface="Arial" panose="020B0604020202020204" pitchFamily="34" charset="0"/>
        <a:buChar char="•"/>
        <a:defRPr sz="3720" kern="1200">
          <a:solidFill>
            <a:schemeClr val="tx1"/>
          </a:solidFill>
          <a:latin typeface="+mn-lt"/>
          <a:ea typeface="+mn-ea"/>
          <a:cs typeface="+mn-cs"/>
        </a:defRPr>
      </a:lvl6pPr>
      <a:lvl7pPr marL="6142413" indent="-472493" algn="l" defTabSz="1889973" rtl="0" eaLnBrk="1" latinLnBrk="0" hangingPunct="1">
        <a:lnSpc>
          <a:spcPct val="90000"/>
        </a:lnSpc>
        <a:spcBef>
          <a:spcPts val="1033"/>
        </a:spcBef>
        <a:buFont typeface="Arial" panose="020B0604020202020204" pitchFamily="34" charset="0"/>
        <a:buChar char="•"/>
        <a:defRPr sz="3720" kern="1200">
          <a:solidFill>
            <a:schemeClr val="tx1"/>
          </a:solidFill>
          <a:latin typeface="+mn-lt"/>
          <a:ea typeface="+mn-ea"/>
          <a:cs typeface="+mn-cs"/>
        </a:defRPr>
      </a:lvl7pPr>
      <a:lvl8pPr marL="7087400" indent="-472493" algn="l" defTabSz="1889973" rtl="0" eaLnBrk="1" latinLnBrk="0" hangingPunct="1">
        <a:lnSpc>
          <a:spcPct val="90000"/>
        </a:lnSpc>
        <a:spcBef>
          <a:spcPts val="1033"/>
        </a:spcBef>
        <a:buFont typeface="Arial" panose="020B0604020202020204" pitchFamily="34" charset="0"/>
        <a:buChar char="•"/>
        <a:defRPr sz="3720" kern="1200">
          <a:solidFill>
            <a:schemeClr val="tx1"/>
          </a:solidFill>
          <a:latin typeface="+mn-lt"/>
          <a:ea typeface="+mn-ea"/>
          <a:cs typeface="+mn-cs"/>
        </a:defRPr>
      </a:lvl8pPr>
      <a:lvl9pPr marL="8032387" indent="-472493" algn="l" defTabSz="1889973" rtl="0" eaLnBrk="1" latinLnBrk="0" hangingPunct="1">
        <a:lnSpc>
          <a:spcPct val="90000"/>
        </a:lnSpc>
        <a:spcBef>
          <a:spcPts val="1033"/>
        </a:spcBef>
        <a:buFont typeface="Arial" panose="020B0604020202020204" pitchFamily="34" charset="0"/>
        <a:buChar char="•"/>
        <a:defRPr sz="3720" kern="1200">
          <a:solidFill>
            <a:schemeClr val="tx1"/>
          </a:solidFill>
          <a:latin typeface="+mn-lt"/>
          <a:ea typeface="+mn-ea"/>
          <a:cs typeface="+mn-cs"/>
        </a:defRPr>
      </a:lvl9pPr>
    </p:bodyStyle>
    <p:otherStyle>
      <a:defPPr>
        <a:defRPr lang="tr-TR"/>
      </a:defPPr>
      <a:lvl1pPr marL="0" algn="l" defTabSz="1889973" rtl="0" eaLnBrk="1" latinLnBrk="0" hangingPunct="1">
        <a:defRPr sz="3720" kern="1200">
          <a:solidFill>
            <a:schemeClr val="tx1"/>
          </a:solidFill>
          <a:latin typeface="+mn-lt"/>
          <a:ea typeface="+mn-ea"/>
          <a:cs typeface="+mn-cs"/>
        </a:defRPr>
      </a:lvl1pPr>
      <a:lvl2pPr marL="944987" algn="l" defTabSz="1889973" rtl="0" eaLnBrk="1" latinLnBrk="0" hangingPunct="1">
        <a:defRPr sz="3720" kern="1200">
          <a:solidFill>
            <a:schemeClr val="tx1"/>
          </a:solidFill>
          <a:latin typeface="+mn-lt"/>
          <a:ea typeface="+mn-ea"/>
          <a:cs typeface="+mn-cs"/>
        </a:defRPr>
      </a:lvl2pPr>
      <a:lvl3pPr marL="1889973" algn="l" defTabSz="1889973" rtl="0" eaLnBrk="1" latinLnBrk="0" hangingPunct="1">
        <a:defRPr sz="3720" kern="1200">
          <a:solidFill>
            <a:schemeClr val="tx1"/>
          </a:solidFill>
          <a:latin typeface="+mn-lt"/>
          <a:ea typeface="+mn-ea"/>
          <a:cs typeface="+mn-cs"/>
        </a:defRPr>
      </a:lvl3pPr>
      <a:lvl4pPr marL="2834960" algn="l" defTabSz="1889973" rtl="0" eaLnBrk="1" latinLnBrk="0" hangingPunct="1">
        <a:defRPr sz="3720" kern="1200">
          <a:solidFill>
            <a:schemeClr val="tx1"/>
          </a:solidFill>
          <a:latin typeface="+mn-lt"/>
          <a:ea typeface="+mn-ea"/>
          <a:cs typeface="+mn-cs"/>
        </a:defRPr>
      </a:lvl4pPr>
      <a:lvl5pPr marL="3779947" algn="l" defTabSz="1889973" rtl="0" eaLnBrk="1" latinLnBrk="0" hangingPunct="1">
        <a:defRPr sz="3720" kern="1200">
          <a:solidFill>
            <a:schemeClr val="tx1"/>
          </a:solidFill>
          <a:latin typeface="+mn-lt"/>
          <a:ea typeface="+mn-ea"/>
          <a:cs typeface="+mn-cs"/>
        </a:defRPr>
      </a:lvl5pPr>
      <a:lvl6pPr marL="4724933" algn="l" defTabSz="1889973" rtl="0" eaLnBrk="1" latinLnBrk="0" hangingPunct="1">
        <a:defRPr sz="3720" kern="1200">
          <a:solidFill>
            <a:schemeClr val="tx1"/>
          </a:solidFill>
          <a:latin typeface="+mn-lt"/>
          <a:ea typeface="+mn-ea"/>
          <a:cs typeface="+mn-cs"/>
        </a:defRPr>
      </a:lvl6pPr>
      <a:lvl7pPr marL="5669920" algn="l" defTabSz="1889973" rtl="0" eaLnBrk="1" latinLnBrk="0" hangingPunct="1">
        <a:defRPr sz="3720" kern="1200">
          <a:solidFill>
            <a:schemeClr val="tx1"/>
          </a:solidFill>
          <a:latin typeface="+mn-lt"/>
          <a:ea typeface="+mn-ea"/>
          <a:cs typeface="+mn-cs"/>
        </a:defRPr>
      </a:lvl7pPr>
      <a:lvl8pPr marL="6614907" algn="l" defTabSz="1889973" rtl="0" eaLnBrk="1" latinLnBrk="0" hangingPunct="1">
        <a:defRPr sz="3720" kern="1200">
          <a:solidFill>
            <a:schemeClr val="tx1"/>
          </a:solidFill>
          <a:latin typeface="+mn-lt"/>
          <a:ea typeface="+mn-ea"/>
          <a:cs typeface="+mn-cs"/>
        </a:defRPr>
      </a:lvl8pPr>
      <a:lvl9pPr marL="7559893" algn="l" defTabSz="1889973" rtl="0" eaLnBrk="1" latinLnBrk="0" hangingPunct="1">
        <a:defRPr sz="372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mat.yildiz.edu.tr/matematik/4/Bitirme-Tezleri/346" TargetMode="External"/><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1.png"/><Relationship Id="rId10" Type="http://schemas.openxmlformats.org/officeDocument/2006/relationships/image" Target="../media/image2.png"/><Relationship Id="rId11" Type="http://schemas.openxmlformats.org/officeDocument/2006/relationships/image" Target="../media/image3.png"/><Relationship Id="rId12"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Metin kutusu 11">
            <a:extLst>
              <a:ext uri="{FF2B5EF4-FFF2-40B4-BE49-F238E27FC236}">
                <a16:creationId xmlns:a16="http://schemas.microsoft.com/office/drawing/2014/main" id="{0B032233-AE26-6738-D271-B6E5AC52C3F3}"/>
              </a:ext>
            </a:extLst>
          </p:cNvPr>
          <p:cNvSpPr txBox="1">
            <a:spLocks/>
          </p:cNvSpPr>
          <p:nvPr/>
        </p:nvSpPr>
        <p:spPr>
          <a:xfrm>
            <a:off x="875174" y="5865106"/>
            <a:ext cx="23610696" cy="2052000"/>
          </a:xfrm>
          <a:prstGeom prst="rect">
            <a:avLst/>
          </a:prstGeom>
          <a:noFill/>
          <a:ln>
            <a:solidFill>
              <a:schemeClr val="tx1"/>
            </a:solidFill>
          </a:ln>
        </p:spPr>
        <p:txBody>
          <a:bodyPr wrap="square" lIns="180000" tIns="36000" rIns="180000" bIns="36000" rtlCol="0">
            <a:spAutoFit/>
          </a:bodyPr>
          <a:lstStyle/>
          <a:p>
            <a:pPr algn="ctr">
              <a:lnSpc>
                <a:spcPct val="100000"/>
              </a:lnSpc>
            </a:pPr>
            <a:r>
              <a:rPr lang="tr-TR" sz="3000" b="1" dirty="0"/>
              <a:t>ÖZET</a:t>
            </a:r>
          </a:p>
          <a:p>
            <a:pPr algn="just">
              <a:lnSpc>
                <a:spcPct val="115000"/>
              </a:lnSpc>
            </a:pPr>
            <a:r>
              <a:rPr lang="tr-TR" sz="2000" dirty="0"/>
              <a:t>Bu çalışma, Drinfeld–Jimbo kuantum grubu U_q(sl₂) ve GL_q(2|1) kuantum süpergrubu için temel cebirsel ve temsil-teorik yapıları Python/SymPy ortamında modeller. Tanımlayıcı bağıntılar, Hopf cebiri yapısı, tensör çarpımları, Clebsch–Gordan ayrışımı, R-matrisi ve Yang–Baxter tipi bağıntılar sembolik olarak doğrulanmıştır. Yöntem, cebirsel eşitlikleri sonlu boyutlu temsiller üzerinde matris eşitliklerine dönüştürmeye ve elde edilen kalıntı matrislerinin sembolik olarak sıfır olup olmadığını test etmeye dayanır. Böylece kuantum grup hesapları açık kaynaklı, test edilebilir ve yeniden üretilebilir bir Python altyapısına taşınmıştır.</a:t>
            </a:r>
          </a:p>
        </p:txBody>
      </p:sp>
      <p:sp>
        <p:nvSpPr>
          <p:cNvPr id="13" name="Metin kutusu 12">
            <a:extLst>
              <a:ext uri="{FF2B5EF4-FFF2-40B4-BE49-F238E27FC236}">
                <a16:creationId xmlns:a16="http://schemas.microsoft.com/office/drawing/2014/main" id="{886D895D-2E71-6FBC-DFD8-6849B3392400}"/>
              </a:ext>
            </a:extLst>
          </p:cNvPr>
          <p:cNvSpPr txBox="1"/>
          <p:nvPr/>
        </p:nvSpPr>
        <p:spPr>
          <a:xfrm>
            <a:off x="875173" y="8287432"/>
            <a:ext cx="11343813" cy="23863831"/>
          </a:xfrm>
          <a:prstGeom prst="rect">
            <a:avLst/>
          </a:prstGeom>
          <a:noFill/>
          <a:ln>
            <a:solidFill>
              <a:schemeClr val="tx1"/>
            </a:solidFill>
          </a:ln>
        </p:spPr>
        <p:txBody>
          <a:bodyPr wrap="square" lIns="180000" tIns="36000" rIns="180000" bIns="36000" rtlCol="0">
            <a:noAutofit/>
          </a:bodyPr>
          <a:lstStyle/>
          <a:p>
            <a:pPr algn="l">
              <a:lnSpc>
                <a:spcPct val="100000"/>
              </a:lnSpc>
              <a:spcBef>
                <a:spcPts val="600"/>
              </a:spcBef>
            </a:pPr>
            <a:r>
              <a:rPr lang="tr-TR" sz="2800" b="1" dirty="0">
                <a:solidFill>
                  <a:schemeClr val="accent1">
                    <a:lumMod val="50000"/>
                  </a:schemeClr>
                </a:solidFill>
              </a:rPr>
              <a:t>1. Amaç</a:t>
            </a:r>
          </a:p>
          <a:p>
            <a:pPr algn="just">
              <a:lnSpc>
                <a:spcPct val="110000"/>
              </a:lnSpc>
            </a:pPr>
            <a:r>
              <a:rPr lang="tr-TR" sz="1900" dirty="0"/>
              <a:t>Kuantum grup teorisindeki cebirsel bağıntıların bilgisayar destekli sembolik hesaplama ile doğrulanabileceğini göstermek:</a:t>
            </a:r>
          </a:p>
          <a:p>
            <a:pPr marL="285750" indent="-285750" algn="just">
              <a:lnSpc>
                <a:spcPct val="105000"/>
              </a:lnSpc>
              <a:spcBef>
                <a:spcPts val="300"/>
              </a:spcBef>
              <a:buFont typeface="Arial"/>
              <a:buChar char="•"/>
            </a:pPr>
            <a:r>
              <a:rPr lang="tr-TR" sz="1900" dirty="0"/>
              <a:t>U_q(sl₂) kuantum grubunun sonlu boyutlu temsillerini açık matrislerle kurmak.</a:t>
            </a:r>
          </a:p>
          <a:p>
            <a:pPr marL="285750" indent="-285750" algn="just">
              <a:lnSpc>
                <a:spcPct val="105000"/>
              </a:lnSpc>
              <a:spcBef>
                <a:spcPts val="300"/>
              </a:spcBef>
              <a:buFont typeface="Arial"/>
              <a:buChar char="•"/>
            </a:pPr>
            <a:r>
              <a:rPr lang="tr-TR" sz="1900" dirty="0"/>
              <a:t>Tanımlayıcı bağıntıları ve Hopf cebiri aksiyomlarını sembolik doğrulamak.</a:t>
            </a:r>
          </a:p>
          <a:p>
            <a:pPr marL="285750" indent="-285750" algn="just">
              <a:lnSpc>
                <a:spcPct val="105000"/>
              </a:lnSpc>
              <a:spcBef>
                <a:spcPts val="300"/>
              </a:spcBef>
              <a:buFont typeface="Arial"/>
              <a:buChar char="•"/>
            </a:pPr>
            <a:r>
              <a:rPr lang="tr-TR" sz="1900" dirty="0"/>
              <a:t>Tensör çarpımı ve Clebsch–Gordan ayrışımını q-deforme katsayılarla hesaplamak.</a:t>
            </a:r>
          </a:p>
          <a:p>
            <a:pPr marL="285750" indent="-285750" algn="just">
              <a:lnSpc>
                <a:spcPct val="105000"/>
              </a:lnSpc>
              <a:spcBef>
                <a:spcPts val="300"/>
              </a:spcBef>
              <a:buFont typeface="Arial"/>
              <a:buChar char="•"/>
            </a:pPr>
            <a:r>
              <a:rPr lang="tr-TR" sz="1900" dirty="0"/>
              <a:t>R-matrisi ve kuantum Yang–Baxter denklemini test etmek.</a:t>
            </a:r>
          </a:p>
          <a:p>
            <a:pPr marL="285750" indent="-285750" algn="just">
              <a:lnSpc>
                <a:spcPct val="105000"/>
              </a:lnSpc>
              <a:spcBef>
                <a:spcPts val="300"/>
              </a:spcBef>
              <a:buFont typeface="Arial"/>
              <a:buChar char="•"/>
            </a:pPr>
            <a:r>
              <a:rPr lang="tr-TR" sz="1900" dirty="0"/>
              <a:t>GL_q(2|1) için graded Yang–Baxter denklemini süper permütasyonla doğrulamak.</a:t>
            </a:r>
          </a:p>
          <a:p>
            <a:pPr marL="285750" indent="-285750" algn="just">
              <a:lnSpc>
                <a:spcPct val="105000"/>
              </a:lnSpc>
              <a:spcBef>
                <a:spcPts val="300"/>
              </a:spcBef>
              <a:buFont typeface="Arial"/>
              <a:buChar char="•"/>
            </a:pPr>
            <a:r>
              <a:rPr lang="tr-TR" sz="1900" dirty="0"/>
              <a:t>Tüm hesaplamaları test edilebilir ve yeniden üretilebilir hâle getirmek.</a:t>
            </a:r>
          </a:p>
          <a:p>
            <a:pPr algn="l">
              <a:lnSpc>
                <a:spcPct val="100000"/>
              </a:lnSpc>
              <a:spcBef>
                <a:spcPts val="600"/>
              </a:spcBef>
            </a:pPr>
            <a:r>
              <a:rPr lang="tr-TR" sz="2800" b="1" dirty="0">
                <a:solidFill>
                  <a:schemeClr val="accent1">
                    <a:lumMod val="50000"/>
                  </a:schemeClr>
                </a:solidFill>
              </a:rPr>
              <a:t>2. Teorik Arka Plan</a:t>
            </a:r>
          </a:p>
          <a:p>
            <a:pPr algn="just">
              <a:lnSpc>
                <a:spcPct val="110000"/>
              </a:lnSpc>
            </a:pPr>
            <a:r>
              <a:rPr lang="tr-TR" sz="1900" dirty="0"/>
              <a:t>Kuantum gruplar, klasik Lie cebirlerinin evrensel sarmalayıcı cebirlerinin q-parametresi boyunca deformasyonlarıdır. Temel örnek U_q(sl₂); E, F, K, K⁻¹ üreteçleriyle tanımlanan bir Hopf cebiridir. Hopf yapısı temsillerin tensör çarpımını tanımlar. Yang–Baxter denklemi ise R-matrisleri aracılığıyla kuantum gruplar, örgü yapıları ve integrallenebilir sistemler arasında temel bir bağlantı kurar. GL_q(2|1) ise graded bir kuantum süpergruptur.</a:t>
            </a:r>
          </a:p>
        </p:txBody>
      </p:sp>
      <p:sp>
        <p:nvSpPr>
          <p:cNvPr id="17" name="Metin kutusu 16">
            <a:extLst>
              <a:ext uri="{FF2B5EF4-FFF2-40B4-BE49-F238E27FC236}">
                <a16:creationId xmlns:a16="http://schemas.microsoft.com/office/drawing/2014/main" id="{72C214B3-9789-BD17-28D3-FB71F5F5BA9C}"/>
              </a:ext>
            </a:extLst>
          </p:cNvPr>
          <p:cNvSpPr txBox="1"/>
          <p:nvPr/>
        </p:nvSpPr>
        <p:spPr>
          <a:xfrm>
            <a:off x="12885245" y="8274845"/>
            <a:ext cx="11600625" cy="20880000"/>
          </a:xfrm>
          <a:prstGeom prst="rect">
            <a:avLst/>
          </a:prstGeom>
          <a:noFill/>
          <a:ln>
            <a:solidFill>
              <a:schemeClr val="tx1"/>
            </a:solidFill>
          </a:ln>
        </p:spPr>
        <p:txBody>
          <a:bodyPr wrap="square" lIns="180000" tIns="36000" rIns="180000" bIns="36000" rtlCol="0">
            <a:noAutofit/>
          </a:bodyPr>
          <a:lstStyle/>
          <a:p>
            <a:pPr algn="l">
              <a:lnSpc>
                <a:spcPct val="100000"/>
              </a:lnSpc>
              <a:spcBef>
                <a:spcPts val="600"/>
              </a:spcBef>
            </a:pPr>
            <a:r>
              <a:rPr lang="tr-TR" sz="2800" b="1" dirty="0">
                <a:solidFill>
                  <a:schemeClr val="accent1">
                    <a:lumMod val="50000"/>
                  </a:schemeClr>
                </a:solidFill>
              </a:rPr>
              <a:t>5. Hesaplamalı Model ve Yazılım Mimarisi</a:t>
            </a:r>
          </a:p>
          <a:p>
            <a:pPr algn="just">
              <a:lnSpc>
                <a:spcPct val="110000"/>
              </a:lnSpc>
            </a:pPr>
            <a:r>
              <a:rPr lang="tr-TR" sz="1900" dirty="0"/>
              <a:t>Yazılım, modüler bir Python paketi olarak tasarlanmıştır. Her matematiksel yapı ayrı bir modülde modellenmiş ve ilgili doğrulamalar pytest testleriyle ilişkilendirilmiştir. Aşağıdaki modül tablosu paketin mimarisini özetler.</a:t>
            </a:r>
          </a:p>
        </p:txBody>
      </p:sp>
      <p:sp>
        <p:nvSpPr>
          <p:cNvPr id="22" name="Metin kutusu 21">
            <a:extLst>
              <a:ext uri="{FF2B5EF4-FFF2-40B4-BE49-F238E27FC236}">
                <a16:creationId xmlns:a16="http://schemas.microsoft.com/office/drawing/2014/main" id="{DE9B18E1-AF93-E851-13A0-3FFD1353BAA9}"/>
              </a:ext>
            </a:extLst>
          </p:cNvPr>
          <p:cNvSpPr txBox="1"/>
          <p:nvPr/>
        </p:nvSpPr>
        <p:spPr>
          <a:xfrm>
            <a:off x="12885245" y="29621420"/>
            <a:ext cx="11586246" cy="2160000"/>
          </a:xfrm>
          <a:prstGeom prst="rect">
            <a:avLst/>
          </a:prstGeom>
          <a:noFill/>
          <a:ln>
            <a:solidFill>
              <a:schemeClr val="tx1"/>
            </a:solidFill>
          </a:ln>
        </p:spPr>
        <p:txBody>
          <a:bodyPr wrap="square" lIns="180000" tIns="36000" rIns="180000" bIns="36000" rtlCol="0">
            <a:spAutoFit/>
          </a:bodyPr>
          <a:lstStyle/>
          <a:p>
            <a:pPr algn="ctr">
              <a:lnSpc>
                <a:spcPct val="100000"/>
              </a:lnSpc>
            </a:pPr>
            <a:r>
              <a:rPr lang="tr-TR" sz="3000" b="1" dirty="0"/>
              <a:t>KAYNAKÇA</a:t>
            </a:r>
          </a:p>
          <a:p>
            <a:pPr algn="just">
              <a:lnSpc>
                <a:spcPct val="105000"/>
              </a:lnSpc>
            </a:pPr>
            <a:r>
              <a:rPr lang="tr-TR" sz="2000" dirty="0"/>
              <a:t>[1] Drinfeld, V. G. (1986). “Quantum Groups”, Proc. Int. Congress of Mathematicians, Berkeley.</a:t>
            </a:r>
          </a:p>
          <a:p>
            <a:pPr algn="just">
              <a:lnSpc>
                <a:spcPct val="105000"/>
              </a:lnSpc>
            </a:pPr>
            <a:r>
              <a:rPr lang="tr-TR" sz="2000" dirty="0"/>
              <a:t>[2] Jimbo, M. (1985). “A q-difference Analogue of U(g) and the Yang–Baxter Equation”, Lett. Math. Phys. 10, 63–69.</a:t>
            </a:r>
          </a:p>
          <a:p>
            <a:pPr algn="just">
              <a:lnSpc>
                <a:spcPct val="105000"/>
              </a:lnSpc>
            </a:pPr>
            <a:r>
              <a:rPr lang="tr-TR" sz="2000" dirty="0"/>
              <a:t>[3] Çelik, S., Çelik, S. A. (2021). “A New Quantum Supergroup and its Gauss Decomposition”, Rep. Math. Phys. 88(2), 259–272.</a:t>
            </a:r>
          </a:p>
        </p:txBody>
      </p:sp>
      <p:sp>
        <p:nvSpPr>
          <p:cNvPr id="11" name="Dikdörtgen 10"/>
          <p:cNvSpPr/>
          <p:nvPr/>
        </p:nvSpPr>
        <p:spPr>
          <a:xfrm>
            <a:off x="7723187" y="2446331"/>
            <a:ext cx="11788875" cy="3185487"/>
          </a:xfrm>
          <a:prstGeom prst="rect">
            <a:avLst/>
          </a:prstGeom>
        </p:spPr>
        <p:txBody>
          <a:bodyPr wrap="square" anchor="b">
            <a:noAutofit/>
          </a:bodyPr>
          <a:lstStyle/>
          <a:p>
            <a:pPr algn="ctr">
              <a:lnSpc>
                <a:spcPct val="100000"/>
              </a:lnSpc>
            </a:pPr>
            <a:r>
              <a:rPr lang="tr-TR" altLang="tr-TR" sz="2800" b="1" dirty="0">
                <a:solidFill>
                  <a:schemeClr val="accent1">
                    <a:lumMod val="50000"/>
                  </a:schemeClr>
                </a:solidFill>
                <a:latin typeface="Calibri"/>
                <a:cs typeface="Calibri"/>
              </a:rPr>
              <a:t>MATEMATİK BÖLÜMÜ · Haziran 2026</a:t>
            </a:r>
          </a:p>
          <a:p>
            <a:pPr algn="ctr">
              <a:lnSpc>
                <a:spcPct val="100000"/>
              </a:lnSpc>
            </a:pPr>
            <a:r>
              <a:rPr lang="tr-TR" altLang="tr-TR" sz="3200" b="1" dirty="0">
                <a:solidFill>
                  <a:schemeClr val="accent1">
                    <a:lumMod val="50000"/>
                  </a:schemeClr>
                </a:solidFill>
                <a:latin typeface="Calibri"/>
                <a:cs typeface="Calibri"/>
              </a:rPr>
              <a:t>QUANTUM GRUP YAPILARININ PYTHON ORTAMINDA MODELLENMESİ</a:t>
            </a:r>
          </a:p>
          <a:p>
            <a:pPr algn="ctr">
              <a:lnSpc>
                <a:spcPct val="100000"/>
              </a:lnSpc>
            </a:pPr>
            <a:r>
              <a:rPr lang="tr-TR" altLang="tr-TR" sz="2400" b="1" dirty="0">
                <a:solidFill>
                  <a:schemeClr val="accent1">
                    <a:lumMod val="50000"/>
                  </a:schemeClr>
                </a:solidFill>
                <a:latin typeface="Calibri"/>
                <a:cs typeface="Calibri"/>
              </a:rPr>
              <a:t>Taha Berk TEREKLİ — Öğrenci No: 22025083</a:t>
            </a:r>
          </a:p>
          <a:p>
            <a:pPr algn="ctr">
              <a:lnSpc>
                <a:spcPct val="100000"/>
              </a:lnSpc>
            </a:pPr>
            <a:r>
              <a:rPr lang="tr-TR" altLang="tr-TR" sz="2400" b="1" dirty="0">
                <a:solidFill>
                  <a:schemeClr val="accent1">
                    <a:lumMod val="50000"/>
                  </a:schemeClr>
                </a:solidFill>
                <a:latin typeface="Calibri"/>
                <a:cs typeface="Calibri"/>
              </a:rPr>
              <a:t>Danışman: Prof. Dr. Salih ÇELİK</a:t>
            </a:r>
          </a:p>
        </p:txBody>
      </p:sp>
      <p:pic>
        <p:nvPicPr>
          <p:cNvPr id="3" name="Resim 2"/>
          <p:cNvPicPr>
            <a:picLocks noChangeAspect="1"/>
          </p:cNvPicPr>
          <p:nvPr/>
        </p:nvPicPr>
        <p:blipFill>
          <a:blip r:embed="rId4"/>
          <a:stretch>
            <a:fillRect/>
          </a:stretch>
        </p:blipFill>
        <p:spPr>
          <a:xfrm>
            <a:off x="6126984" y="591573"/>
            <a:ext cx="14981279" cy="2137815"/>
          </a:xfrm>
          <a:prstGeom prst="rect">
            <a:avLst/>
          </a:prstGeom>
        </p:spPr>
      </p:pic>
      <p:sp>
        <p:nvSpPr>
          <p:cNvPr id="201" name="matematik"/>
          <p:cNvSpPr/>
          <p:nvPr/>
        </p:nvSpPr>
        <p:spPr>
          <a:xfrm>
            <a:off x="1134000" y="13860000"/>
            <a:ext cx="5184000" cy="3240000"/>
          </a:xfrm>
          <a:prstGeom prst="roundRect">
            <a:avLst>
              <a:gd name="adj" fmla="val 3600"/>
            </a:avLst>
          </a:prstGeom>
          <a:solidFill>
            <a:srgbClr val="EAF1FB"/>
          </a:solidFill>
          <a:ln w="12700">
            <a:solidFill>
              <a:srgbClr val="2E5496"/>
            </a:solidFill>
          </a:ln>
        </p:spPr>
        <p:txBody>
          <a:bodyPr wrap="square" lIns="110000" tIns="70000" rIns="110000" bIns="70000" anchor="t" rtlCol="0">
            <a:noAutofit/>
          </a:bodyPr>
          <a:lstStyle/>
          <a:p>
            <a:pPr algn="ctr">
              <a:lnSpc>
                <a:spcPct val="100000"/>
              </a:lnSpc>
            </a:pPr>
            <a:r>
              <a:rPr lang="tr-TR" sz="2000" b="1" dirty="0">
                <a:solidFill>
                  <a:srgbClr val="1F3864"/>
                </a:solidFill>
              </a:rPr>
              <a:t>3. Temel Matematiksel Yapılar</a:t>
            </a:r>
          </a:p>
          <a:p>
            <a:pPr algn="ctr">
              <a:lnSpc>
                <a:spcPct val="104000"/>
              </a:lnSpc>
              <a:spcBef>
                <a:spcPts val="200"/>
              </a:spcBef>
            </a:pPr>
            <a:r>
              <a:rPr lang="tr-TR" sz="1600" i="1" dirty="0">
                <a:solidFill>
                  <a:srgbClr val="595959"/>
                </a:solidFill>
              </a:rPr>
              <a:t>Vₙ temsili (n+1)-boyutludur; v₀,…,vₙ bazında:</a:t>
            </a:r>
          </a:p>
          <a:p>
            <a:pPr algn="ctr">
              <a:lnSpc>
                <a:spcPct val="120000"/>
              </a:lnSpc>
              <a:spcBef>
                <a:spcPts val="300"/>
              </a:spcBef>
            </a:pPr>
            <a:r>
              <a:rPr lang="tr-TR" sz="2000" b="1" dirty="0">
                <a:solidFill>
                  <a:srgbClr val="1F3864"/>
                </a:solidFill>
              </a:rPr>
              <a:t>K · vₖ = qⁿ⁻²ᵏ vₖ</a:t>
            </a:r>
          </a:p>
          <a:p>
            <a:pPr algn="ctr">
              <a:lnSpc>
                <a:spcPct val="120000"/>
              </a:lnSpc>
            </a:pPr>
            <a:r>
              <a:rPr lang="tr-TR" sz="2000" b="1" dirty="0">
                <a:solidFill>
                  <a:srgbClr val="1F3864"/>
                </a:solidFill>
              </a:rPr>
              <a:t>F · vₖ = vₖ₊₁</a:t>
            </a:r>
          </a:p>
          <a:p>
            <a:pPr algn="ctr">
              <a:lnSpc>
                <a:spcPct val="120000"/>
              </a:lnSpc>
            </a:pPr>
            <a:r>
              <a:rPr lang="tr-TR" sz="2000" b="1" dirty="0">
                <a:solidFill>
                  <a:srgbClr val="1F3864"/>
                </a:solidFill>
              </a:rPr>
              <a:t>E · vₖ = [k]_q [n−k+1]_q vₖ₋₁</a:t>
            </a:r>
          </a:p>
          <a:p>
            <a:pPr algn="ctr">
              <a:lnSpc>
                <a:spcPct val="120000"/>
              </a:lnSpc>
            </a:pPr>
            <a:r>
              <a:rPr lang="tr-TR" sz="2000" b="1" dirty="0">
                <a:solidFill>
                  <a:srgbClr val="1F3864"/>
                </a:solidFill>
              </a:rPr>
              <a:t>[n]_q = (qⁿ − q⁻ⁿ) / (q − q⁻¹)</a:t>
            </a:r>
          </a:p>
          <a:p>
            <a:pPr algn="just">
              <a:lnSpc>
                <a:spcPct val="104000"/>
              </a:lnSpc>
              <a:spcBef>
                <a:spcPts val="300"/>
              </a:spcBef>
            </a:pPr>
            <a:r>
              <a:rPr lang="tr-TR" sz="1600" i="1" dirty="0">
                <a:solidFill>
                  <a:srgbClr val="595959"/>
                </a:solidFill>
              </a:rPr>
              <a:t>Bu q-tamsayı katsayıları, klasik sl₂ temsilindeki tamsayı katsayıların q-deforme karşılıklarıdır.</a:t>
            </a:r>
          </a:p>
        </p:txBody>
      </p:sp>
      <p:sp>
        <p:nvSpPr>
          <p:cNvPr id="202" name="yontem"/>
          <p:cNvSpPr/>
          <p:nvPr/>
        </p:nvSpPr>
        <p:spPr>
          <a:xfrm>
            <a:off x="1134000" y="18720000"/>
            <a:ext cx="5184000" cy="3240000"/>
          </a:xfrm>
          <a:prstGeom prst="roundRect">
            <a:avLst>
              <a:gd name="adj" fmla="val 3600"/>
            </a:avLst>
          </a:prstGeom>
          <a:solidFill>
            <a:srgbClr val="FFFFFF"/>
          </a:solidFill>
          <a:ln w="12700">
            <a:solidFill>
              <a:srgbClr val="1F3864"/>
            </a:solidFill>
          </a:ln>
        </p:spPr>
        <p:txBody>
          <a:bodyPr wrap="square" lIns="110000" tIns="70000" rIns="110000" bIns="70000" anchor="t" rtlCol="0">
            <a:noAutofit/>
          </a:bodyPr>
          <a:lstStyle/>
          <a:p>
            <a:pPr algn="l">
              <a:lnSpc>
                <a:spcPct val="100000"/>
              </a:lnSpc>
            </a:pPr>
            <a:r>
              <a:rPr lang="tr-TR" sz="2000" b="1" dirty="0">
                <a:solidFill>
                  <a:srgbClr val="1F3864"/>
                </a:solidFill>
              </a:rPr>
              <a:t>4. Yöntem — Sıfır-Kalıntı Doğrulaması</a:t>
            </a:r>
          </a:p>
          <a:p>
            <a:pPr algn="just">
              <a:lnSpc>
                <a:spcPct val="106000"/>
              </a:lnSpc>
              <a:spcBef>
                <a:spcPts val="200"/>
              </a:spcBef>
            </a:pPr>
            <a:r>
              <a:rPr lang="tr-TR" sz="1700" dirty="0"/>
              <a:t>Her bağıntı X = Y matris eşitliğine indirgenir; kalıntı Z = X − Y kurulup tüm girdileri SymPy ile sadeleştirilir:</a:t>
            </a:r>
          </a:p>
          <a:p>
            <a:pPr marL="285750" indent="-285750" algn="l">
              <a:lnSpc>
                <a:spcPct val="104000"/>
              </a:lnSpc>
              <a:spcBef>
                <a:spcPts val="300"/>
              </a:spcBef>
              <a:buFont typeface="+mj-lt"/>
              <a:buAutoNum type="arabicPeriod"/>
            </a:pPr>
            <a:r>
              <a:rPr lang="tr-TR" sz="1800" dirty="0"/>
              <a:t>Temsil matrislerini oluştur.</a:t>
            </a:r>
          </a:p>
          <a:p>
            <a:pPr marL="285750" indent="-285750" algn="l">
              <a:lnSpc>
                <a:spcPct val="104000"/>
              </a:lnSpc>
              <a:spcBef>
                <a:spcPts val="300"/>
              </a:spcBef>
              <a:buFont typeface="+mj-lt"/>
              <a:buAutoNum type="arabicPeriod"/>
            </a:pPr>
            <a:r>
              <a:rPr lang="tr-TR" sz="1800" dirty="0"/>
              <a:t>Bağıntıyı X = Y biçiminde yaz.</a:t>
            </a:r>
          </a:p>
          <a:p>
            <a:pPr marL="285750" indent="-285750" algn="l">
              <a:lnSpc>
                <a:spcPct val="104000"/>
              </a:lnSpc>
              <a:spcBef>
                <a:spcPts val="300"/>
              </a:spcBef>
              <a:buFont typeface="+mj-lt"/>
              <a:buAutoNum type="arabicPeriod"/>
            </a:pPr>
            <a:r>
              <a:rPr lang="tr-TR" sz="1800" dirty="0"/>
              <a:t>Kalıntı matrisini hesapla: Z = X − Y.</a:t>
            </a:r>
          </a:p>
          <a:p>
            <a:pPr marL="285750" indent="-285750" algn="l">
              <a:lnSpc>
                <a:spcPct val="104000"/>
              </a:lnSpc>
              <a:spcBef>
                <a:spcPts val="300"/>
              </a:spcBef>
              <a:buFont typeface="+mj-lt"/>
              <a:buAutoNum type="arabicPeriod"/>
            </a:pPr>
            <a:r>
              <a:rPr lang="tr-TR" sz="1800" dirty="0"/>
              <a:t>Her girdiyi simplify ile sadeleştir.</a:t>
            </a:r>
          </a:p>
          <a:p>
            <a:pPr marL="285750" indent="-285750" algn="l">
              <a:lnSpc>
                <a:spcPct val="104000"/>
              </a:lnSpc>
              <a:spcBef>
                <a:spcPts val="300"/>
              </a:spcBef>
              <a:buFont typeface="+mj-lt"/>
              <a:buAutoNum type="arabicPeriod"/>
            </a:pPr>
            <a:r>
              <a:rPr lang="tr-TR" sz="1800" dirty="0"/>
              <a:t>Tüm girdiler 0 ise bağıntı doğrulanmıştır.</a:t>
            </a:r>
          </a:p>
        </p:txBody>
      </p:sp>
      <p:sp>
        <p:nvSpPr>
          <p:cNvPr id="203" name="code"/>
          <p:cNvSpPr/>
          <p:nvPr/>
        </p:nvSpPr>
        <p:spPr>
          <a:xfrm>
            <a:off x="1134000" y="23580000"/>
            <a:ext cx="5184000" cy="2160000"/>
          </a:xfrm>
          <a:prstGeom prst="roundRect">
            <a:avLst>
              <a:gd name="adj" fmla="val 2400"/>
            </a:avLst>
          </a:prstGeom>
          <a:solidFill>
            <a:srgbClr val="F3F4F8"/>
          </a:solidFill>
          <a:ln w="12700">
            <a:solidFill>
              <a:srgbClr val="D9D9D9"/>
            </a:solidFill>
          </a:ln>
        </p:spPr>
        <p:txBody>
          <a:bodyPr wrap="square" lIns="120000" tIns="70000" rIns="120000" bIns="70000" anchor="t" rtlCol="0">
            <a:noAutofit/>
          </a:bodyPr>
          <a:lstStyle/>
          <a:p>
            <a:pPr algn="l">
              <a:lnSpc>
                <a:spcPct val="100000"/>
              </a:lnSpc>
            </a:pPr>
            <a:r>
              <a:rPr lang="tr-TR" sz="1600" b="1" dirty="0">
                <a:solidFill>
                  <a:srgbClr val="1F3864"/>
                </a:solidFill>
              </a:rPr>
              <a:t>Kod 1 — Sıfır-kalıntı kontrolü</a:t>
            </a:r>
          </a:p>
          <a:p>
            <a:pPr algn="l">
              <a:lnSpc>
                <a:spcPct val="104000"/>
              </a:lnSpc>
            </a:pPr>
            <a:r>
              <a:rPr lang="tr-TR" sz="1600" dirty="0">
                <a:solidFill>
                  <a:srgbClr val="22272E"/>
                </a:solidFill>
                <a:latin typeface="Consolas" pitchFamily="49" charset="0"/>
              </a:rPr>
              <a:t>def is_zero_matrix(M):</a:t>
            </a:r>
          </a:p>
          <a:p>
            <a:pPr algn="l">
              <a:lnSpc>
                <a:spcPct val="104000"/>
              </a:lnSpc>
            </a:pPr>
            <a:r>
              <a:rPr lang="tr-TR" sz="1600" dirty="0">
                <a:solidFill>
                  <a:srgbClr val="22272E"/>
                </a:solidFill>
                <a:latin typeface="Consolas" pitchFamily="49" charset="0"/>
              </a:rPr>
              <a:t>    return all(</a:t>
            </a:r>
          </a:p>
          <a:p>
            <a:pPr algn="l">
              <a:lnSpc>
                <a:spcPct val="104000"/>
              </a:lnSpc>
            </a:pPr>
            <a:r>
              <a:rPr lang="tr-TR" sz="1600" dirty="0">
                <a:solidFill>
                  <a:srgbClr val="22272E"/>
                </a:solidFill>
                <a:latin typeface="Consolas" pitchFamily="49" charset="0"/>
              </a:rPr>
              <a:t>        simplify(x) == 0</a:t>
            </a:r>
          </a:p>
          <a:p>
            <a:pPr algn="l">
              <a:lnSpc>
                <a:spcPct val="104000"/>
              </a:lnSpc>
            </a:pPr>
            <a:r>
              <a:rPr lang="tr-TR" sz="1600" dirty="0">
                <a:solidFill>
                  <a:srgbClr val="22272E"/>
                </a:solidFill>
                <a:latin typeface="Consolas" pitchFamily="49" charset="0"/>
              </a:rPr>
              <a:t>        for x in M)</a:t>
            </a:r>
          </a:p>
          <a:p>
            <a:pPr algn="l">
              <a:lnSpc>
                <a:spcPct val="104000"/>
              </a:lnSpc>
            </a:pPr>
            <a:r>
              <a:rPr lang="tr-TR" sz="1600" dirty="0">
                <a:solidFill>
                  <a:srgbClr val="22272E"/>
                </a:solidFill>
                <a:latin typeface="Consolas" pitchFamily="49" charset="0"/>
              </a:rPr>
              <a:t> </a:t>
            </a:r>
          </a:p>
          <a:p>
            <a:pPr algn="l">
              <a:lnSpc>
                <a:spcPct val="104000"/>
              </a:lnSpc>
            </a:pPr>
            <a:r>
              <a:rPr lang="tr-TR" sz="1600" dirty="0">
                <a:solidFill>
                  <a:srgbClr val="22272E"/>
                </a:solidFill>
                <a:latin typeface="Consolas" pitchFamily="49" charset="0"/>
              </a:rPr>
              <a:t>ok = is_zero_matrix(lhs - rhs)</a:t>
            </a:r>
          </a:p>
        </p:txBody>
      </p:sp>
      <p:sp>
        <p:nvSpPr>
          <p:cNvPr id="204" name="sonuc"/>
          <p:cNvSpPr/>
          <p:nvPr/>
        </p:nvSpPr>
        <p:spPr>
          <a:xfrm>
            <a:off x="1134000" y="27360000"/>
            <a:ext cx="5184000" cy="2880000"/>
          </a:xfrm>
          <a:prstGeom prst="roundRect">
            <a:avLst>
              <a:gd name="adj" fmla="val 3600"/>
            </a:avLst>
          </a:prstGeom>
          <a:solidFill>
            <a:srgbClr val="FFFFFF"/>
          </a:solidFill>
          <a:ln w="12700">
            <a:solidFill>
              <a:srgbClr val="595959"/>
            </a:solidFill>
          </a:ln>
        </p:spPr>
        <p:txBody>
          <a:bodyPr wrap="square" lIns="110000" tIns="70000" rIns="110000" bIns="70000" anchor="t" rtlCol="0">
            <a:noAutofit/>
          </a:bodyPr>
          <a:lstStyle/>
          <a:p>
            <a:pPr algn="l">
              <a:lnSpc>
                <a:spcPct val="100000"/>
              </a:lnSpc>
            </a:pPr>
            <a:r>
              <a:rPr lang="tr-TR" sz="2000" b="1" dirty="0">
                <a:solidFill>
                  <a:srgbClr val="1F3864"/>
                </a:solidFill>
              </a:rPr>
              <a:t>11. Sonuç ve Gelecek Çalışmalar</a:t>
            </a:r>
          </a:p>
          <a:p>
            <a:pPr algn="just">
              <a:lnSpc>
                <a:spcPct val="106000"/>
              </a:lnSpc>
              <a:spcBef>
                <a:spcPts val="200"/>
              </a:spcBef>
            </a:pPr>
            <a:r>
              <a:rPr lang="tr-TR" sz="1700" dirty="0"/>
              <a:t>Python/SymPy tabanlı yapı; temsil teorisi, R-matrisi, Yang–Baxter ve kuantum süpergrup doğrulamaları için yeniden üretilebilir bir ortam sunar. Gelecek çalışmalar:</a:t>
            </a:r>
          </a:p>
          <a:p>
            <a:pPr marL="285750" indent="-285750" algn="l">
              <a:lnSpc>
                <a:spcPct val="104000"/>
              </a:lnSpc>
              <a:spcBef>
                <a:spcPts val="300"/>
              </a:spcBef>
              <a:buFont typeface="+mj-lt"/>
              <a:buAutoNum type="arabicPeriod"/>
            </a:pPr>
            <a:r>
              <a:rPr lang="tr-TR" sz="1700" dirty="0"/>
              <a:t>Jones polinomu ve düğüm değişmezleri.</a:t>
            </a:r>
          </a:p>
          <a:p>
            <a:pPr marL="285750" indent="-285750" algn="l">
              <a:lnSpc>
                <a:spcPct val="104000"/>
              </a:lnSpc>
              <a:spcBef>
                <a:spcPts val="300"/>
              </a:spcBef>
              <a:buFont typeface="+mj-lt"/>
              <a:buAutoNum type="arabicPeriod"/>
            </a:pPr>
            <a:r>
              <a:rPr lang="tr-TR" sz="1700" dirty="0"/>
              <a:t>Daha yüksek rank kuantum gruplara genelleme.</a:t>
            </a:r>
          </a:p>
          <a:p>
            <a:pPr marL="285750" indent="-285750" algn="l">
              <a:lnSpc>
                <a:spcPct val="104000"/>
              </a:lnSpc>
              <a:spcBef>
                <a:spcPts val="300"/>
              </a:spcBef>
              <a:buFont typeface="+mj-lt"/>
              <a:buAutoNum type="arabicPeriod"/>
            </a:pPr>
            <a:r>
              <a:rPr lang="tr-TR" sz="1700" dirty="0"/>
              <a:t>Birim kök durumlarının incelenmesi.</a:t>
            </a:r>
          </a:p>
          <a:p>
            <a:pPr marL="285750" indent="-285750" algn="l">
              <a:lnSpc>
                <a:spcPct val="104000"/>
              </a:lnSpc>
              <a:spcBef>
                <a:spcPts val="300"/>
              </a:spcBef>
              <a:buFont typeface="+mj-lt"/>
              <a:buAutoNum type="arabicPeriod"/>
            </a:pPr>
            <a:r>
              <a:rPr lang="tr-TR" sz="1700" dirty="0"/>
              <a:t>Kristal tabanların kapsamlı modellenmesi.</a:t>
            </a:r>
          </a:p>
        </p:txBody>
      </p:sp>
      <p:pic>
        <p:nvPicPr>
          <p:cNvPr id="205" name="fig_flow"/>
          <p:cNvPicPr>
            <a:picLocks noChangeAspect="1"/>
          </p:cNvPicPr>
          <p:nvPr/>
        </p:nvPicPr>
        <p:blipFill>
          <a:blip r:embed="rId10"/>
          <a:stretch>
            <a:fillRect/>
          </a:stretch>
        </p:blipFill>
        <p:spPr>
          <a:xfrm>
            <a:off x="6678000" y="13860000"/>
            <a:ext cx="5292000" cy="1791138"/>
          </a:xfrm>
          <a:prstGeom prst="rect">
            <a:avLst/>
          </a:prstGeom>
        </p:spPr>
      </p:pic>
      <p:sp>
        <p:nvSpPr>
          <p:cNvPr id="206" name="caption"/>
          <p:cNvSpPr/>
          <p:nvPr/>
        </p:nvSpPr>
        <p:spPr>
          <a:xfrm>
            <a:off x="6678000" y="15947676"/>
            <a:ext cx="5292000" cy="1584000"/>
          </a:xfrm>
          <a:prstGeom prst="rect">
            <a:avLst/>
          </a:prstGeom>
          <a:noFill/>
          <a:ln>
            <a:noFill/>
          </a:ln>
        </p:spPr>
        <p:txBody>
          <a:bodyPr wrap="square" lIns="40000" tIns="20000" rIns="40000" bIns="20000" anchor="t" rtlCol="0">
            <a:noAutofit/>
          </a:bodyPr>
          <a:lstStyle/>
          <a:p>
            <a:pPr algn="just">
              <a:lnSpc>
                <a:spcPct val="104000"/>
              </a:lnSpc>
            </a:pPr>
            <a:r>
              <a:rPr lang="tr-TR" sz="1600" i="1" dirty="0">
                <a:solidFill>
                  <a:srgbClr val="595959"/>
                </a:solidFill>
              </a:rPr>
              <a:t>Şekil 1. Sıfır-kalıntı doğrulama akışı: cebirsel bağıntıdan temsil ve kalıntı matrisine, oradan otomatik pytest doğrulamasına uzanan adımlar.</a:t>
            </a:r>
          </a:p>
        </p:txBody>
      </p:sp>
      <p:pic>
        <p:nvPicPr>
          <p:cNvPr id="207" name="fig_weight"/>
          <p:cNvPicPr>
            <a:picLocks noChangeAspect="1"/>
          </p:cNvPicPr>
          <p:nvPr/>
        </p:nvPicPr>
        <p:blipFill>
          <a:blip r:embed="rId11"/>
          <a:stretch>
            <a:fillRect/>
          </a:stretch>
        </p:blipFill>
        <p:spPr>
          <a:xfrm>
            <a:off x="7056000" y="18520137"/>
            <a:ext cx="4536000" cy="2318399"/>
          </a:xfrm>
          <a:prstGeom prst="rect">
            <a:avLst/>
          </a:prstGeom>
        </p:spPr>
      </p:pic>
      <p:sp>
        <p:nvSpPr>
          <p:cNvPr id="208" name="caption"/>
          <p:cNvSpPr/>
          <p:nvPr/>
        </p:nvSpPr>
        <p:spPr>
          <a:xfrm>
            <a:off x="6678000" y="21135074"/>
            <a:ext cx="5292000" cy="2016000"/>
          </a:xfrm>
          <a:prstGeom prst="rect">
            <a:avLst/>
          </a:prstGeom>
          <a:noFill/>
          <a:ln>
            <a:noFill/>
          </a:ln>
        </p:spPr>
        <p:txBody>
          <a:bodyPr wrap="square" lIns="40000" tIns="20000" rIns="40000" bIns="20000" anchor="t" rtlCol="0">
            <a:noAutofit/>
          </a:bodyPr>
          <a:lstStyle/>
          <a:p>
            <a:pPr algn="just">
              <a:lnSpc>
                <a:spcPct val="104000"/>
              </a:lnSpc>
            </a:pPr>
            <a:r>
              <a:rPr lang="tr-TR" sz="1600" i="1" dirty="0">
                <a:solidFill>
                  <a:srgbClr val="595959"/>
                </a:solidFill>
              </a:rPr>
              <a:t>Şekil 2. V₂ temsilinde K operatörü ağırlıkları q², q⁰, q⁻² olarak ayırır. F operatörü vektörleri aşağı taşırken E operatörü q-deforme katsayılarla geri taşır; bu, klasik sl₂ temsilinin q-deforme karşılığıdır.</a:t>
            </a:r>
          </a:p>
        </p:txBody>
      </p:sp>
      <p:sp>
        <p:nvSpPr>
          <p:cNvPr id="209" name="clebsch"/>
          <p:cNvSpPr/>
          <p:nvPr/>
        </p:nvSpPr>
        <p:spPr>
          <a:xfrm>
            <a:off x="6678000" y="24139535"/>
            <a:ext cx="5292000" cy="3240000"/>
          </a:xfrm>
          <a:prstGeom prst="roundRect">
            <a:avLst>
              <a:gd name="adj" fmla="val 3600"/>
            </a:avLst>
          </a:prstGeom>
          <a:solidFill>
            <a:srgbClr val="EAF1FB"/>
          </a:solidFill>
          <a:ln w="12700">
            <a:solidFill>
              <a:srgbClr val="2E5496"/>
            </a:solidFill>
          </a:ln>
        </p:spPr>
        <p:txBody>
          <a:bodyPr wrap="square" lIns="110000" tIns="70000" rIns="110000" bIns="70000" anchor="t" rtlCol="0">
            <a:noAutofit/>
          </a:bodyPr>
          <a:lstStyle/>
          <a:p>
            <a:pPr algn="ctr">
              <a:lnSpc>
                <a:spcPct val="100000"/>
              </a:lnSpc>
            </a:pPr>
            <a:r>
              <a:rPr lang="tr-TR" sz="2000" b="1" dirty="0">
                <a:solidFill>
                  <a:srgbClr val="1F3864"/>
                </a:solidFill>
              </a:rPr>
              <a:t>6. Clebsch–Gordan Ayrışımı</a:t>
            </a:r>
          </a:p>
          <a:p>
            <a:pPr algn="ctr">
              <a:lnSpc>
                <a:spcPct val="104000"/>
              </a:lnSpc>
              <a:spcBef>
                <a:spcPts val="200"/>
              </a:spcBef>
            </a:pPr>
            <a:r>
              <a:rPr lang="tr-TR" sz="1600" i="1" dirty="0">
                <a:solidFill>
                  <a:srgbClr val="595959"/>
                </a:solidFill>
              </a:rPr>
              <a:t>Eş-çarpım sayesinde Vₘ ⊗ Vₙ yine bir temsildir; en yüksek ağırlık vektörleri sembolik bulunur:</a:t>
            </a:r>
          </a:p>
          <a:p>
            <a:pPr algn="ctr">
              <a:lnSpc>
                <a:spcPct val="118000"/>
              </a:lnSpc>
              <a:spcBef>
                <a:spcPts val="300"/>
              </a:spcBef>
            </a:pPr>
            <a:r>
              <a:rPr lang="tr-TR" sz="2000" b="1" dirty="0">
                <a:solidFill>
                  <a:srgbClr val="1F3864"/>
                </a:solidFill>
              </a:rPr>
              <a:t>V₁ ⊗ V₁ ≅ V₂ ⊕ V₀</a:t>
            </a:r>
          </a:p>
          <a:p>
            <a:pPr algn="ctr">
              <a:lnSpc>
                <a:spcPct val="118000"/>
              </a:lnSpc>
            </a:pPr>
            <a:r>
              <a:rPr lang="tr-TR" sz="2000" b="1" dirty="0">
                <a:solidFill>
                  <a:srgbClr val="1F3864"/>
                </a:solidFill>
              </a:rPr>
              <a:t>V₂ ⊗ V₂ ≅ V₄ ⊕ V₂ ⊕ V₀</a:t>
            </a:r>
          </a:p>
          <a:p>
            <a:pPr algn="ctr">
              <a:lnSpc>
                <a:spcPct val="118000"/>
              </a:lnSpc>
            </a:pPr>
            <a:r>
              <a:rPr lang="tr-TR" sz="2000" b="1" dirty="0">
                <a:solidFill>
                  <a:srgbClr val="1F3864"/>
                </a:solidFill>
              </a:rPr>
              <a:t>V₃ ⊗ V₂ ≅ V₅ ⊕ V₃ ⊕ V₁</a:t>
            </a:r>
          </a:p>
          <a:p>
            <a:pPr algn="just">
              <a:lnSpc>
                <a:spcPct val="104000"/>
              </a:lnSpc>
              <a:spcBef>
                <a:spcPts val="300"/>
              </a:spcBef>
            </a:pPr>
            <a:r>
              <a:rPr lang="tr-TR" sz="1600" i="1" dirty="0">
                <a:solidFill>
                  <a:srgbClr val="595959"/>
                </a:solidFill>
              </a:rPr>
              <a:t>Her aday vektör E · v = 0 ve K · v = qᵏ v koşullarıyla denetlenir.</a:t>
            </a:r>
          </a:p>
        </p:txBody>
      </p:sp>
      <p:sp>
        <p:nvSpPr>
          <p:cNvPr id="210" name="limit"/>
          <p:cNvSpPr/>
          <p:nvPr/>
        </p:nvSpPr>
        <p:spPr>
          <a:xfrm>
            <a:off x="6678000" y="28367996"/>
            <a:ext cx="5292000" cy="1872000"/>
          </a:xfrm>
          <a:prstGeom prst="roundRect">
            <a:avLst>
              <a:gd name="adj" fmla="val 3600"/>
            </a:avLst>
          </a:prstGeom>
          <a:solidFill>
            <a:srgbClr val="FFFFFF"/>
          </a:solidFill>
          <a:ln w="12700">
            <a:solidFill>
              <a:srgbClr val="595959"/>
            </a:solidFill>
          </a:ln>
        </p:spPr>
        <p:txBody>
          <a:bodyPr wrap="square" lIns="110000" tIns="70000" rIns="110000" bIns="70000" anchor="t" rtlCol="0">
            <a:noAutofit/>
          </a:bodyPr>
          <a:lstStyle/>
          <a:p>
            <a:pPr algn="l">
              <a:lnSpc>
                <a:spcPct val="100000"/>
              </a:lnSpc>
            </a:pPr>
            <a:r>
              <a:rPr lang="tr-TR" sz="1900" b="1" dirty="0">
                <a:solidFill>
                  <a:srgbClr val="1F3864"/>
                </a:solidFill>
              </a:rPr>
              <a:t>q → 1 (Klasik Limit)</a:t>
            </a:r>
          </a:p>
          <a:p>
            <a:pPr algn="just">
              <a:lnSpc>
                <a:spcPct val="110000"/>
              </a:lnSpc>
              <a:spcBef>
                <a:spcPts val="300"/>
              </a:spcBef>
            </a:pPr>
            <a:r>
              <a:rPr lang="tr-TR" sz="1800" dirty="0"/>
              <a:t>q → 1 alındığında [n]_q → n olur ve tüm bağıntılar klasik sl₂ yapısına indirgenir.</a:t>
            </a:r>
          </a:p>
        </p:txBody>
      </p:sp>
      <p:sp>
        <p:nvSpPr>
          <p:cNvPr id="211" name="modul-baslik"/>
          <p:cNvSpPr/>
          <p:nvPr/>
        </p:nvSpPr>
        <p:spPr>
          <a:xfrm>
            <a:off x="13158000" y="10980000"/>
            <a:ext cx="5328000" cy="540000"/>
          </a:xfrm>
          <a:prstGeom prst="rect">
            <a:avLst/>
          </a:prstGeom>
          <a:noFill/>
          <a:ln>
            <a:noFill/>
          </a:ln>
        </p:spPr>
        <p:txBody>
          <a:bodyPr wrap="square" lIns="20000" tIns="10000" rIns="20000" bIns="10000" anchor="t" rtlCol="0">
            <a:noAutofit/>
          </a:bodyPr>
          <a:lstStyle/>
          <a:p>
            <a:pPr algn="l">
              <a:lnSpc>
                <a:spcPct val="100000"/>
              </a:lnSpc>
            </a:pPr>
            <a:r>
              <a:rPr lang="tr-TR" sz="1800" b="1" dirty="0">
                <a:solidFill>
                  <a:srgbClr val="1F3864"/>
                </a:solidFill>
              </a:rPr>
              <a:t>Yazılım Mimarisi — Modüller</a:t>
            </a:r>
          </a:p>
        </p:txBody>
      </p:sp>
      <p:graphicFrame>
        <p:nvGraphicFramePr>
          <p:cNvPr id="212" name="tablo"/>
          <p:cNvGraphicFramePr/>
          <p:nvPr/>
        </p:nvGraphicFramePr>
        <p:xfrm>
          <a:off x="13158000" y="11520000"/>
          <a:ext cx="5328000" cy="3528000"/>
        </p:xfrm>
        <a:graphic>
          <a:graphicData uri="http://schemas.openxmlformats.org/drawingml/2006/table">
            <a:tbl>
              <a:tblPr firstRow="1" bandRow="1"/>
              <a:tblGrid>
                <a:gridCol w="1980000"/>
                <a:gridCol w="3348000"/>
              </a:tblGrid>
              <a:tr h="504000">
                <a:tc>
                  <a:txBody>
                    <a:bodyPr/>
                    <a:lstStyle/>
                    <a:p>
                      <a:pPr algn="ctr"/>
                      <a:r>
                        <a:rPr lang="tr-TR" sz="1600" b="1" dirty="0">
                          <a:solidFill>
                            <a:srgbClr val="FFFFFF"/>
                          </a:solidFill>
                        </a:rPr>
                        <a:t>Modül</a:t>
                      </a:r>
                    </a:p>
                  </a:txBody>
                  <a:tcPr marL="45720" marR="45720" marT="20000" marB="20000" anchor="ctr">
                    <a:solidFill>
                      <a:srgbClr val="1F3864"/>
                    </a:solidFill>
                  </a:tcPr>
                </a:tc>
                <a:tc>
                  <a:txBody>
                    <a:bodyPr/>
                    <a:lstStyle/>
                    <a:p>
                      <a:pPr algn="ctr"/>
                      <a:r>
                        <a:rPr lang="tr-TR" sz="1600" b="1" dirty="0">
                          <a:solidFill>
                            <a:srgbClr val="FFFFFF"/>
                          </a:solidFill>
                        </a:rPr>
                        <a:t>Görev</a:t>
                      </a:r>
                    </a:p>
                  </a:txBody>
                  <a:tcPr marL="45720" marR="45720" marT="20000" marB="20000" anchor="ctr">
                    <a:solidFill>
                      <a:srgbClr val="1F3864"/>
                    </a:solidFill>
                  </a:tcPr>
                </a:tc>
              </a:tr>
              <a:tr h="504000">
                <a:tc>
                  <a:txBody>
                    <a:bodyPr/>
                    <a:lstStyle/>
                    <a:p>
                      <a:pPr algn="l"/>
                      <a:r>
                        <a:rPr lang="tr-TR" sz="1600" dirty="0">
                          <a:solidFill>
                            <a:srgbClr val="22272E"/>
                          </a:solidFill>
                        </a:rPr>
                        <a:t>representations.py</a:t>
                      </a:r>
                    </a:p>
                  </a:txBody>
                  <a:tcPr marL="45720" marR="45720" marT="20000" marB="20000" anchor="ctr">
                    <a:solidFill>
                      <a:srgbClr val="F3F4F8"/>
                    </a:solidFill>
                  </a:tcPr>
                </a:tc>
                <a:tc>
                  <a:txBody>
                    <a:bodyPr/>
                    <a:lstStyle/>
                    <a:p>
                      <a:pPr algn="l"/>
                      <a:r>
                        <a:rPr lang="tr-TR" sz="1600" dirty="0">
                          <a:solidFill>
                            <a:srgbClr val="22272E"/>
                          </a:solidFill>
                        </a:rPr>
                        <a:t>Vₙ temsillerinin kurulması</a:t>
                      </a:r>
                    </a:p>
                  </a:txBody>
                  <a:tcPr marL="45720" marR="45720" marT="20000" marB="20000" anchor="ctr">
                    <a:solidFill>
                      <a:srgbClr val="F3F4F8"/>
                    </a:solidFill>
                  </a:tcPr>
                </a:tc>
              </a:tr>
              <a:tr h="504000">
                <a:tc>
                  <a:txBody>
                    <a:bodyPr/>
                    <a:lstStyle/>
                    <a:p>
                      <a:pPr algn="l"/>
                      <a:r>
                        <a:rPr lang="tr-TR" sz="1600" dirty="0">
                          <a:solidFill>
                            <a:srgbClr val="22272E"/>
                          </a:solidFill>
                        </a:rPr>
                        <a:t>relations.py</a:t>
                      </a:r>
                    </a:p>
                  </a:txBody>
                  <a:tcPr marL="45720" marR="45720" marT="20000" marB="20000" anchor="ctr">
                    <a:solidFill>
                      <a:srgbClr val="FFFFFF"/>
                    </a:solidFill>
                  </a:tcPr>
                </a:tc>
                <a:tc>
                  <a:txBody>
                    <a:bodyPr/>
                    <a:lstStyle/>
                    <a:p>
                      <a:pPr algn="l"/>
                      <a:r>
                        <a:rPr lang="tr-TR" sz="1600" dirty="0">
                          <a:solidFill>
                            <a:srgbClr val="22272E"/>
                          </a:solidFill>
                        </a:rPr>
                        <a:t>Tanımlayıcı bağıntıların doğrulanması</a:t>
                      </a:r>
                    </a:p>
                  </a:txBody>
                  <a:tcPr marL="45720" marR="45720" marT="20000" marB="20000" anchor="ctr">
                    <a:solidFill>
                      <a:srgbClr val="FFFFFF"/>
                    </a:solidFill>
                  </a:tcPr>
                </a:tc>
              </a:tr>
              <a:tr h="504000">
                <a:tc>
                  <a:txBody>
                    <a:bodyPr/>
                    <a:lstStyle/>
                    <a:p>
                      <a:pPr algn="l"/>
                      <a:r>
                        <a:rPr lang="tr-TR" sz="1600" dirty="0">
                          <a:solidFill>
                            <a:srgbClr val="22272E"/>
                          </a:solidFill>
                        </a:rPr>
                        <a:t>tensor.py</a:t>
                      </a:r>
                    </a:p>
                  </a:txBody>
                  <a:tcPr marL="45720" marR="45720" marT="20000" marB="20000" anchor="ctr">
                    <a:solidFill>
                      <a:srgbClr val="F3F4F8"/>
                    </a:solidFill>
                  </a:tcPr>
                </a:tc>
                <a:tc>
                  <a:txBody>
                    <a:bodyPr/>
                    <a:lstStyle/>
                    <a:p>
                      <a:pPr algn="l"/>
                      <a:r>
                        <a:rPr lang="tr-TR" sz="1600" dirty="0">
                          <a:solidFill>
                            <a:srgbClr val="22272E"/>
                          </a:solidFill>
                        </a:rPr>
                        <a:t>Tensör çarpımı, Clebsch–Gordan</a:t>
                      </a:r>
                    </a:p>
                  </a:txBody>
                  <a:tcPr marL="45720" marR="45720" marT="20000" marB="20000" anchor="ctr">
                    <a:solidFill>
                      <a:srgbClr val="F3F4F8"/>
                    </a:solidFill>
                  </a:tcPr>
                </a:tc>
              </a:tr>
              <a:tr h="504000">
                <a:tc>
                  <a:txBody>
                    <a:bodyPr/>
                    <a:lstStyle/>
                    <a:p>
                      <a:pPr algn="l"/>
                      <a:r>
                        <a:rPr lang="tr-TR" sz="1600" dirty="0">
                          <a:solidFill>
                            <a:srgbClr val="22272E"/>
                          </a:solidFill>
                        </a:rPr>
                        <a:t>r_matrix.py</a:t>
                      </a:r>
                    </a:p>
                  </a:txBody>
                  <a:tcPr marL="45720" marR="45720" marT="20000" marB="20000" anchor="ctr">
                    <a:solidFill>
                      <a:srgbClr val="FFFFFF"/>
                    </a:solidFill>
                  </a:tcPr>
                </a:tc>
                <a:tc>
                  <a:txBody>
                    <a:bodyPr/>
                    <a:lstStyle/>
                    <a:p>
                      <a:pPr algn="l"/>
                      <a:r>
                        <a:rPr lang="tr-TR" sz="1600" dirty="0">
                          <a:solidFill>
                            <a:srgbClr val="22272E"/>
                          </a:solidFill>
                        </a:rPr>
                        <a:t>R-matrisi ve Yang–Baxter</a:t>
                      </a:r>
                    </a:p>
                  </a:txBody>
                  <a:tcPr marL="45720" marR="45720" marT="20000" marB="20000" anchor="ctr">
                    <a:solidFill>
                      <a:srgbClr val="FFFFFF"/>
                    </a:solidFill>
                  </a:tcPr>
                </a:tc>
              </a:tr>
              <a:tr h="504000">
                <a:tc>
                  <a:txBody>
                    <a:bodyPr/>
                    <a:lstStyle/>
                    <a:p>
                      <a:pPr algn="l"/>
                      <a:r>
                        <a:rPr lang="tr-TR" sz="1600" dirty="0">
                          <a:solidFill>
                            <a:srgbClr val="22272E"/>
                          </a:solidFill>
                        </a:rPr>
                        <a:t>supergroup_gl21.py</a:t>
                      </a:r>
                    </a:p>
                  </a:txBody>
                  <a:tcPr marL="45720" marR="45720" marT="20000" marB="20000" anchor="ctr">
                    <a:solidFill>
                      <a:srgbClr val="F3F4F8"/>
                    </a:solidFill>
                  </a:tcPr>
                </a:tc>
                <a:tc>
                  <a:txBody>
                    <a:bodyPr/>
                    <a:lstStyle/>
                    <a:p>
                      <a:pPr algn="l"/>
                      <a:r>
                        <a:rPr lang="tr-TR" sz="1600" dirty="0">
                          <a:solidFill>
                            <a:srgbClr val="22272E"/>
                          </a:solidFill>
                        </a:rPr>
                        <a:t>GL_q(2|1) ve graded YBE</a:t>
                      </a:r>
                    </a:p>
                  </a:txBody>
                  <a:tcPr marL="45720" marR="45720" marT="20000" marB="20000" anchor="ctr">
                    <a:solidFill>
                      <a:srgbClr val="F3F4F8"/>
                    </a:solidFill>
                  </a:tcPr>
                </a:tc>
              </a:tr>
              <a:tr h="504000">
                <a:tc>
                  <a:txBody>
                    <a:bodyPr/>
                    <a:lstStyle/>
                    <a:p>
                      <a:pPr algn="l"/>
                      <a:r>
                        <a:rPr lang="tr-TR" sz="1600" dirty="0">
                          <a:solidFill>
                            <a:srgbClr val="22272E"/>
                          </a:solidFill>
                        </a:rPr>
                        <a:t>tests/</a:t>
                      </a:r>
                    </a:p>
                  </a:txBody>
                  <a:tcPr marL="45720" marR="45720" marT="20000" marB="20000" anchor="ctr">
                    <a:solidFill>
                      <a:srgbClr val="FFFFFF"/>
                    </a:solidFill>
                  </a:tcPr>
                </a:tc>
                <a:tc>
                  <a:txBody>
                    <a:bodyPr/>
                    <a:lstStyle/>
                    <a:p>
                      <a:pPr algn="l"/>
                      <a:r>
                        <a:rPr lang="tr-TR" sz="1600" dirty="0">
                          <a:solidFill>
                            <a:srgbClr val="22272E"/>
                          </a:solidFill>
                        </a:rPr>
                        <a:t>pytest tabanlı doğrulama</a:t>
                      </a:r>
                    </a:p>
                  </a:txBody>
                  <a:tcPr marL="45720" marR="45720" marT="20000" marB="20000" anchor="ctr">
                    <a:solidFill>
                      <a:srgbClr val="FFFFFF"/>
                    </a:solidFill>
                  </a:tcPr>
                </a:tc>
              </a:tr>
            </a:tbl>
          </a:graphicData>
        </a:graphic>
      </p:graphicFrame>
      <p:sp>
        <p:nvSpPr>
          <p:cNvPr id="213" name="code"/>
          <p:cNvSpPr/>
          <p:nvPr/>
        </p:nvSpPr>
        <p:spPr>
          <a:xfrm>
            <a:off x="13158000" y="16740000"/>
            <a:ext cx="5328000" cy="2160000"/>
          </a:xfrm>
          <a:prstGeom prst="roundRect">
            <a:avLst>
              <a:gd name="adj" fmla="val 2400"/>
            </a:avLst>
          </a:prstGeom>
          <a:solidFill>
            <a:srgbClr val="F3F4F8"/>
          </a:solidFill>
          <a:ln w="12700">
            <a:solidFill>
              <a:srgbClr val="D9D9D9"/>
            </a:solidFill>
          </a:ln>
        </p:spPr>
        <p:txBody>
          <a:bodyPr wrap="square" lIns="120000" tIns="70000" rIns="120000" bIns="70000" anchor="t" rtlCol="0">
            <a:noAutofit/>
          </a:bodyPr>
          <a:lstStyle/>
          <a:p>
            <a:pPr algn="l">
              <a:lnSpc>
                <a:spcPct val="100000"/>
              </a:lnSpc>
            </a:pPr>
            <a:r>
              <a:rPr lang="tr-TR" sz="1600" b="1" dirty="0">
                <a:solidFill>
                  <a:srgbClr val="1F3864"/>
                </a:solidFill>
              </a:rPr>
              <a:t>Kod 2 — q-tamsayı fonksiyonu</a:t>
            </a:r>
          </a:p>
          <a:p>
            <a:pPr algn="l">
              <a:lnSpc>
                <a:spcPct val="104000"/>
              </a:lnSpc>
            </a:pPr>
            <a:r>
              <a:rPr lang="tr-TR" sz="1600" dirty="0">
                <a:solidFill>
                  <a:srgbClr val="22272E"/>
                </a:solidFill>
                <a:latin typeface="Consolas" pitchFamily="49" charset="0"/>
              </a:rPr>
              <a:t>def q_integer(n, q):</a:t>
            </a:r>
          </a:p>
          <a:p>
            <a:pPr algn="l">
              <a:lnSpc>
                <a:spcPct val="104000"/>
              </a:lnSpc>
            </a:pPr>
            <a:r>
              <a:rPr lang="tr-TR" sz="1600" dirty="0">
                <a:solidFill>
                  <a:srgbClr val="22272E"/>
                </a:solidFill>
                <a:latin typeface="Consolas" pitchFamily="49" charset="0"/>
              </a:rPr>
              <a:t>    if n == 0:</a:t>
            </a:r>
          </a:p>
          <a:p>
            <a:pPr algn="l">
              <a:lnSpc>
                <a:spcPct val="104000"/>
              </a:lnSpc>
            </a:pPr>
            <a:r>
              <a:rPr lang="tr-TR" sz="1600" dirty="0">
                <a:solidFill>
                  <a:srgbClr val="22272E"/>
                </a:solidFill>
                <a:latin typeface="Consolas" pitchFamily="49" charset="0"/>
              </a:rPr>
              <a:t>        return 0</a:t>
            </a:r>
          </a:p>
          <a:p>
            <a:pPr algn="l">
              <a:lnSpc>
                <a:spcPct val="104000"/>
              </a:lnSpc>
            </a:pPr>
            <a:r>
              <a:rPr lang="tr-TR" sz="1600" dirty="0">
                <a:solidFill>
                  <a:srgbClr val="22272E"/>
                </a:solidFill>
                <a:latin typeface="Consolas" pitchFamily="49" charset="0"/>
              </a:rPr>
              <a:t>    return simplify(</a:t>
            </a:r>
          </a:p>
          <a:p>
            <a:pPr algn="l">
              <a:lnSpc>
                <a:spcPct val="104000"/>
              </a:lnSpc>
            </a:pPr>
            <a:r>
              <a:rPr lang="tr-TR" sz="1600" dirty="0">
                <a:solidFill>
                  <a:srgbClr val="22272E"/>
                </a:solidFill>
                <a:latin typeface="Consolas" pitchFamily="49" charset="0"/>
              </a:rPr>
              <a:t>        (q**n - q**-n)</a:t>
            </a:r>
          </a:p>
          <a:p>
            <a:pPr algn="l">
              <a:lnSpc>
                <a:spcPct val="104000"/>
              </a:lnSpc>
            </a:pPr>
            <a:r>
              <a:rPr lang="tr-TR" sz="1600" dirty="0">
                <a:solidFill>
                  <a:srgbClr val="22272E"/>
                </a:solidFill>
                <a:latin typeface="Consolas" pitchFamily="49" charset="0"/>
              </a:rPr>
              <a:t>        / (q - q**-1))</a:t>
            </a:r>
          </a:p>
        </p:txBody>
      </p:sp>
      <p:sp>
        <p:nvSpPr>
          <p:cNvPr id="214" name="sonuc-baslik"/>
          <p:cNvSpPr/>
          <p:nvPr/>
        </p:nvSpPr>
        <p:spPr>
          <a:xfrm>
            <a:off x="13158000" y="20592000"/>
            <a:ext cx="5328000" cy="540000"/>
          </a:xfrm>
          <a:prstGeom prst="rect">
            <a:avLst/>
          </a:prstGeom>
          <a:noFill/>
          <a:ln>
            <a:noFill/>
          </a:ln>
        </p:spPr>
        <p:txBody>
          <a:bodyPr wrap="square" lIns="20000" tIns="10000" rIns="20000" bIns="10000" anchor="t" rtlCol="0">
            <a:noAutofit/>
          </a:bodyPr>
          <a:lstStyle/>
          <a:p>
            <a:pPr algn="l">
              <a:lnSpc>
                <a:spcPct val="100000"/>
              </a:lnSpc>
            </a:pPr>
            <a:r>
              <a:rPr lang="tr-TR" sz="1800" b="1" dirty="0">
                <a:solidFill>
                  <a:srgbClr val="1F3864"/>
                </a:solidFill>
              </a:rPr>
              <a:t>9. Doğrulanan Sonuçlar</a:t>
            </a:r>
          </a:p>
        </p:txBody>
      </p:sp>
      <p:graphicFrame>
        <p:nvGraphicFramePr>
          <p:cNvPr id="215" name="tablo"/>
          <p:cNvGraphicFramePr/>
          <p:nvPr/>
        </p:nvGraphicFramePr>
        <p:xfrm>
          <a:off x="13158000" y="21132000"/>
          <a:ext cx="5328000" cy="4032000"/>
        </p:xfrm>
        <a:graphic>
          <a:graphicData uri="http://schemas.openxmlformats.org/drawingml/2006/table">
            <a:tbl>
              <a:tblPr firstRow="1" bandRow="1"/>
              <a:tblGrid>
                <a:gridCol w="2160000"/>
                <a:gridCol w="1224000"/>
                <a:gridCol w="1944000"/>
              </a:tblGrid>
              <a:tr h="504000">
                <a:tc>
                  <a:txBody>
                    <a:bodyPr/>
                    <a:lstStyle/>
                    <a:p>
                      <a:pPr algn="ctr"/>
                      <a:r>
                        <a:rPr lang="tr-TR" sz="1600" b="1" dirty="0">
                          <a:solidFill>
                            <a:srgbClr val="FFFFFF"/>
                          </a:solidFill>
                        </a:rPr>
                        <a:t>Yapı</a:t>
                      </a:r>
                    </a:p>
                  </a:txBody>
                  <a:tcPr marL="45720" marR="45720" marT="20000" marB="20000" anchor="ctr">
                    <a:solidFill>
                      <a:srgbClr val="1F3864"/>
                    </a:solidFill>
                  </a:tcPr>
                </a:tc>
                <a:tc>
                  <a:txBody>
                    <a:bodyPr/>
                    <a:lstStyle/>
                    <a:p>
                      <a:pPr algn="ctr"/>
                      <a:r>
                        <a:rPr lang="tr-TR" sz="1600" b="1" dirty="0">
                          <a:solidFill>
                            <a:srgbClr val="FFFFFF"/>
                          </a:solidFill>
                        </a:rPr>
                        <a:t>Kapsam</a:t>
                      </a:r>
                    </a:p>
                  </a:txBody>
                  <a:tcPr marL="45720" marR="45720" marT="20000" marB="20000" anchor="ctr">
                    <a:solidFill>
                      <a:srgbClr val="1F3864"/>
                    </a:solidFill>
                  </a:tcPr>
                </a:tc>
                <a:tc>
                  <a:txBody>
                    <a:bodyPr/>
                    <a:lstStyle/>
                    <a:p>
                      <a:pPr algn="ctr"/>
                      <a:r>
                        <a:rPr lang="tr-TR" sz="1600" b="1" dirty="0">
                          <a:solidFill>
                            <a:srgbClr val="FFFFFF"/>
                          </a:solidFill>
                        </a:rPr>
                        <a:t>Sonuç</a:t>
                      </a:r>
                    </a:p>
                  </a:txBody>
                  <a:tcPr marL="45720" marR="45720" marT="20000" marB="20000" anchor="ctr">
                    <a:solidFill>
                      <a:srgbClr val="1F3864"/>
                    </a:solidFill>
                  </a:tcPr>
                </a:tc>
              </a:tr>
              <a:tr h="504000">
                <a:tc>
                  <a:txBody>
                    <a:bodyPr/>
                    <a:lstStyle/>
                    <a:p>
                      <a:pPr algn="l"/>
                      <a:r>
                        <a:rPr lang="tr-TR" sz="1600" dirty="0">
                          <a:solidFill>
                            <a:srgbClr val="22272E"/>
                          </a:solidFill>
                        </a:rPr>
                        <a:t>U_q(sl₂) bağıntıları</a:t>
                      </a:r>
                    </a:p>
                  </a:txBody>
                  <a:tcPr marL="45720" marR="45720" marT="20000" marB="20000" anchor="ctr">
                    <a:solidFill>
                      <a:srgbClr val="F3F4F8"/>
                    </a:solidFill>
                  </a:tcPr>
                </a:tc>
                <a:tc>
                  <a:txBody>
                    <a:bodyPr/>
                    <a:lstStyle/>
                    <a:p>
                      <a:pPr algn="ctr"/>
                      <a:r>
                        <a:rPr lang="tr-TR" sz="1600" dirty="0">
                          <a:solidFill>
                            <a:srgbClr val="22272E"/>
                          </a:solidFill>
                        </a:rPr>
                        <a:t>V₀–V₄</a:t>
                      </a:r>
                    </a:p>
                  </a:txBody>
                  <a:tcPr marL="45720" marR="45720" marT="20000" marB="20000" anchor="ctr">
                    <a:solidFill>
                      <a:srgbClr val="F3F4F8"/>
                    </a:solidFill>
                  </a:tcPr>
                </a:tc>
                <a:tc>
                  <a:txBody>
                    <a:bodyPr/>
                    <a:lstStyle/>
                    <a:p>
                      <a:pPr algn="l"/>
                      <a:r>
                        <a:rPr lang="tr-TR" sz="1600" dirty="0">
                          <a:solidFill>
                            <a:srgbClr val="22272E"/>
                          </a:solidFill>
                        </a:rPr>
                        <a:t>Doğrulandı</a:t>
                      </a:r>
                    </a:p>
                  </a:txBody>
                  <a:tcPr marL="45720" marR="45720" marT="20000" marB="20000" anchor="ctr">
                    <a:solidFill>
                      <a:srgbClr val="F3F4F8"/>
                    </a:solidFill>
                  </a:tcPr>
                </a:tc>
              </a:tr>
              <a:tr h="504000">
                <a:tc>
                  <a:txBody>
                    <a:bodyPr/>
                    <a:lstStyle/>
                    <a:p>
                      <a:pPr algn="l"/>
                      <a:r>
                        <a:rPr lang="tr-TR" sz="1600" dirty="0">
                          <a:solidFill>
                            <a:srgbClr val="22272E"/>
                          </a:solidFill>
                        </a:rPr>
                        <a:t>Hopf aksiyomları</a:t>
                      </a:r>
                    </a:p>
                  </a:txBody>
                  <a:tcPr marL="45720" marR="45720" marT="20000" marB="20000" anchor="ctr">
                    <a:solidFill>
                      <a:srgbClr val="FFFFFF"/>
                    </a:solidFill>
                  </a:tcPr>
                </a:tc>
                <a:tc>
                  <a:txBody>
                    <a:bodyPr/>
                    <a:lstStyle/>
                    <a:p>
                      <a:pPr algn="ctr"/>
                      <a:r>
                        <a:rPr lang="tr-TR" sz="1600" dirty="0">
                          <a:solidFill>
                            <a:srgbClr val="22272E"/>
                          </a:solidFill>
                        </a:rPr>
                        <a:t>Temsil</a:t>
                      </a:r>
                    </a:p>
                  </a:txBody>
                  <a:tcPr marL="45720" marR="45720" marT="20000" marB="20000" anchor="ctr">
                    <a:solidFill>
                      <a:srgbClr val="FFFFFF"/>
                    </a:solidFill>
                  </a:tcPr>
                </a:tc>
                <a:tc>
                  <a:txBody>
                    <a:bodyPr/>
                    <a:lstStyle/>
                    <a:p>
                      <a:pPr algn="l"/>
                      <a:r>
                        <a:rPr lang="tr-TR" sz="1600" dirty="0">
                          <a:solidFill>
                            <a:srgbClr val="22272E"/>
                          </a:solidFill>
                        </a:rPr>
                        <a:t>Doğrulandı</a:t>
                      </a:r>
                    </a:p>
                  </a:txBody>
                  <a:tcPr marL="45720" marR="45720" marT="20000" marB="20000" anchor="ctr">
                    <a:solidFill>
                      <a:srgbClr val="FFFFFF"/>
                    </a:solidFill>
                  </a:tcPr>
                </a:tc>
              </a:tr>
              <a:tr h="504000">
                <a:tc>
                  <a:txBody>
                    <a:bodyPr/>
                    <a:lstStyle/>
                    <a:p>
                      <a:pPr algn="l"/>
                      <a:r>
                        <a:rPr lang="tr-TR" sz="1600" dirty="0">
                          <a:solidFill>
                            <a:srgbClr val="22272E"/>
                          </a:solidFill>
                        </a:rPr>
                        <a:t>V₁ ⊗ V₁</a:t>
                      </a:r>
                    </a:p>
                  </a:txBody>
                  <a:tcPr marL="45720" marR="45720" marT="20000" marB="20000" anchor="ctr">
                    <a:solidFill>
                      <a:srgbClr val="F3F4F8"/>
                    </a:solidFill>
                  </a:tcPr>
                </a:tc>
                <a:tc>
                  <a:txBody>
                    <a:bodyPr/>
                    <a:lstStyle/>
                    <a:p>
                      <a:pPr algn="ctr"/>
                      <a:r>
                        <a:rPr lang="tr-TR" sz="1600" dirty="0">
                          <a:solidFill>
                            <a:srgbClr val="22272E"/>
                          </a:solidFill>
                        </a:rPr>
                        <a:t>4 boyut</a:t>
                      </a:r>
                    </a:p>
                  </a:txBody>
                  <a:tcPr marL="45720" marR="45720" marT="20000" marB="20000" anchor="ctr">
                    <a:solidFill>
                      <a:srgbClr val="F3F4F8"/>
                    </a:solidFill>
                  </a:tcPr>
                </a:tc>
                <a:tc>
                  <a:txBody>
                    <a:bodyPr/>
                    <a:lstStyle/>
                    <a:p>
                      <a:pPr algn="l"/>
                      <a:r>
                        <a:rPr lang="tr-TR" sz="1600" dirty="0">
                          <a:solidFill>
                            <a:srgbClr val="22272E"/>
                          </a:solidFill>
                        </a:rPr>
                        <a:t>V₂ ⊕ V₀</a:t>
                      </a:r>
                    </a:p>
                  </a:txBody>
                  <a:tcPr marL="45720" marR="45720" marT="20000" marB="20000" anchor="ctr">
                    <a:solidFill>
                      <a:srgbClr val="F3F4F8"/>
                    </a:solidFill>
                  </a:tcPr>
                </a:tc>
              </a:tr>
              <a:tr h="504000">
                <a:tc>
                  <a:txBody>
                    <a:bodyPr/>
                    <a:lstStyle/>
                    <a:p>
                      <a:pPr algn="l"/>
                      <a:r>
                        <a:rPr lang="tr-TR" sz="1600" dirty="0">
                          <a:solidFill>
                            <a:srgbClr val="22272E"/>
                          </a:solidFill>
                        </a:rPr>
                        <a:t>R-matrisi</a:t>
                      </a:r>
                    </a:p>
                  </a:txBody>
                  <a:tcPr marL="45720" marR="45720" marT="20000" marB="20000" anchor="ctr">
                    <a:solidFill>
                      <a:srgbClr val="FFFFFF"/>
                    </a:solidFill>
                  </a:tcPr>
                </a:tc>
                <a:tc>
                  <a:txBody>
                    <a:bodyPr/>
                    <a:lstStyle/>
                    <a:p>
                      <a:pPr algn="ctr"/>
                      <a:r>
                        <a:rPr lang="tr-TR" sz="1600" dirty="0">
                          <a:solidFill>
                            <a:srgbClr val="22272E"/>
                          </a:solidFill>
                        </a:rPr>
                        <a:t>4×4</a:t>
                      </a:r>
                    </a:p>
                  </a:txBody>
                  <a:tcPr marL="45720" marR="45720" marT="20000" marB="20000" anchor="ctr">
                    <a:solidFill>
                      <a:srgbClr val="FFFFFF"/>
                    </a:solidFill>
                  </a:tcPr>
                </a:tc>
                <a:tc>
                  <a:txBody>
                    <a:bodyPr/>
                    <a:lstStyle/>
                    <a:p>
                      <a:pPr algn="l"/>
                      <a:r>
                        <a:rPr lang="tr-TR" sz="1600" dirty="0">
                          <a:solidFill>
                            <a:srgbClr val="22272E"/>
                          </a:solidFill>
                        </a:rPr>
                        <a:t>QYBE sağlandı</a:t>
                      </a:r>
                    </a:p>
                  </a:txBody>
                  <a:tcPr marL="45720" marR="45720" marT="20000" marB="20000" anchor="ctr">
                    <a:solidFill>
                      <a:srgbClr val="FFFFFF"/>
                    </a:solidFill>
                  </a:tcPr>
                </a:tc>
              </a:tr>
              <a:tr h="504000">
                <a:tc>
                  <a:txBody>
                    <a:bodyPr/>
                    <a:lstStyle/>
                    <a:p>
                      <a:pPr algn="l"/>
                      <a:r>
                        <a:rPr lang="tr-TR" sz="1600" dirty="0">
                          <a:solidFill>
                            <a:srgbClr val="22272E"/>
                          </a:solidFill>
                        </a:rPr>
                        <a:t>GL_q(2|1) R</a:t>
                      </a:r>
                    </a:p>
                  </a:txBody>
                  <a:tcPr marL="45720" marR="45720" marT="20000" marB="20000" anchor="ctr">
                    <a:solidFill>
                      <a:srgbClr val="F3F4F8"/>
                    </a:solidFill>
                  </a:tcPr>
                </a:tc>
                <a:tc>
                  <a:txBody>
                    <a:bodyPr/>
                    <a:lstStyle/>
                    <a:p>
                      <a:pPr algn="ctr"/>
                      <a:r>
                        <a:rPr lang="tr-TR" sz="1600" dirty="0">
                          <a:solidFill>
                            <a:srgbClr val="22272E"/>
                          </a:solidFill>
                        </a:rPr>
                        <a:t>9×9</a:t>
                      </a:r>
                    </a:p>
                  </a:txBody>
                  <a:tcPr marL="45720" marR="45720" marT="20000" marB="20000" anchor="ctr">
                    <a:solidFill>
                      <a:srgbClr val="F3F4F8"/>
                    </a:solidFill>
                  </a:tcPr>
                </a:tc>
                <a:tc>
                  <a:txBody>
                    <a:bodyPr/>
                    <a:lstStyle/>
                    <a:p>
                      <a:pPr algn="l"/>
                      <a:r>
                        <a:rPr lang="tr-TR" sz="1600" dirty="0">
                          <a:solidFill>
                            <a:srgbClr val="22272E"/>
                          </a:solidFill>
                        </a:rPr>
                        <a:t>Kodlandı</a:t>
                      </a:r>
                    </a:p>
                  </a:txBody>
                  <a:tcPr marL="45720" marR="45720" marT="20000" marB="20000" anchor="ctr">
                    <a:solidFill>
                      <a:srgbClr val="F3F4F8"/>
                    </a:solidFill>
                  </a:tcPr>
                </a:tc>
              </a:tr>
              <a:tr h="504000">
                <a:tc>
                  <a:txBody>
                    <a:bodyPr/>
                    <a:lstStyle/>
                    <a:p>
                      <a:pPr algn="l"/>
                      <a:r>
                        <a:rPr lang="tr-TR" sz="1600" dirty="0">
                          <a:solidFill>
                            <a:srgbClr val="22272E"/>
                          </a:solidFill>
                        </a:rPr>
                        <a:t>Graded YBE</a:t>
                      </a:r>
                    </a:p>
                  </a:txBody>
                  <a:tcPr marL="45720" marR="45720" marT="20000" marB="20000" anchor="ctr">
                    <a:solidFill>
                      <a:srgbClr val="FFFFFF"/>
                    </a:solidFill>
                  </a:tcPr>
                </a:tc>
                <a:tc>
                  <a:txBody>
                    <a:bodyPr/>
                    <a:lstStyle/>
                    <a:p>
                      <a:pPr algn="ctr"/>
                      <a:r>
                        <a:rPr lang="tr-TR" sz="1600" dirty="0">
                          <a:solidFill>
                            <a:srgbClr val="22272E"/>
                          </a:solidFill>
                        </a:rPr>
                        <a:t>27×27</a:t>
                      </a:r>
                    </a:p>
                  </a:txBody>
                  <a:tcPr marL="45720" marR="45720" marT="20000" marB="20000" anchor="ctr">
                    <a:solidFill>
                      <a:srgbClr val="FFFFFF"/>
                    </a:solidFill>
                  </a:tcPr>
                </a:tc>
                <a:tc>
                  <a:txBody>
                    <a:bodyPr/>
                    <a:lstStyle/>
                    <a:p>
                      <a:pPr algn="l"/>
                      <a:r>
                        <a:rPr lang="tr-TR" sz="1600" dirty="0">
                          <a:solidFill>
                            <a:srgbClr val="22272E"/>
                          </a:solidFill>
                        </a:rPr>
                        <a:t>729 → 0</a:t>
                      </a:r>
                    </a:p>
                  </a:txBody>
                  <a:tcPr marL="45720" marR="45720" marT="20000" marB="20000" anchor="ctr">
                    <a:solidFill>
                      <a:srgbClr val="FFFFFF"/>
                    </a:solidFill>
                  </a:tcPr>
                </a:tc>
              </a:tr>
              <a:tr h="504000">
                <a:tc>
                  <a:txBody>
                    <a:bodyPr/>
                    <a:lstStyle/>
                    <a:p>
                      <a:pPr algn="l"/>
                      <a:r>
                        <a:rPr lang="tr-TR" sz="1600" dirty="0">
                          <a:solidFill>
                            <a:srgbClr val="22272E"/>
                          </a:solidFill>
                        </a:rPr>
                        <a:t>Test altyapısı</a:t>
                      </a:r>
                    </a:p>
                  </a:txBody>
                  <a:tcPr marL="45720" marR="45720" marT="20000" marB="20000" anchor="ctr">
                    <a:solidFill>
                      <a:srgbClr val="F3F4F8"/>
                    </a:solidFill>
                  </a:tcPr>
                </a:tc>
                <a:tc>
                  <a:txBody>
                    <a:bodyPr/>
                    <a:lstStyle/>
                    <a:p>
                      <a:pPr algn="ctr"/>
                      <a:r>
                        <a:rPr lang="tr-TR" sz="1600" dirty="0">
                          <a:solidFill>
                            <a:srgbClr val="22272E"/>
                          </a:solidFill>
                        </a:rPr>
                        <a:t>pytest</a:t>
                      </a:r>
                    </a:p>
                  </a:txBody>
                  <a:tcPr marL="45720" marR="45720" marT="20000" marB="20000" anchor="ctr">
                    <a:solidFill>
                      <a:srgbClr val="F3F4F8"/>
                    </a:solidFill>
                  </a:tcPr>
                </a:tc>
                <a:tc>
                  <a:txBody>
                    <a:bodyPr/>
                    <a:lstStyle/>
                    <a:p>
                      <a:pPr algn="l"/>
                      <a:r>
                        <a:rPr lang="tr-TR" sz="1600" dirty="0">
                          <a:solidFill>
                            <a:srgbClr val="22272E"/>
                          </a:solidFill>
                        </a:rPr>
                        <a:t>Üretilebilir</a:t>
                      </a:r>
                    </a:p>
                  </a:txBody>
                  <a:tcPr marL="45720" marR="45720" marT="20000" marB="20000" anchor="ctr">
                    <a:solidFill>
                      <a:srgbClr val="F3F4F8"/>
                    </a:solidFill>
                  </a:tcPr>
                </a:tc>
              </a:tr>
            </a:tbl>
          </a:graphicData>
        </a:graphic>
      </p:graphicFrame>
      <p:sp>
        <p:nvSpPr>
          <p:cNvPr id="216" name="katki"/>
          <p:cNvSpPr/>
          <p:nvPr/>
        </p:nvSpPr>
        <p:spPr>
          <a:xfrm>
            <a:off x="13158000" y="26856000"/>
            <a:ext cx="5328000" cy="1944000"/>
          </a:xfrm>
          <a:prstGeom prst="roundRect">
            <a:avLst>
              <a:gd name="adj" fmla="val 3600"/>
            </a:avLst>
          </a:prstGeom>
          <a:solidFill>
            <a:srgbClr val="1F3864"/>
          </a:solidFill>
          <a:ln w="12700">
            <a:solidFill>
              <a:srgbClr val="1F3864"/>
            </a:solidFill>
          </a:ln>
        </p:spPr>
        <p:txBody>
          <a:bodyPr wrap="square" lIns="110000" tIns="70000" rIns="110000" bIns="70000" anchor="t" rtlCol="0">
            <a:noAutofit/>
          </a:bodyPr>
          <a:lstStyle/>
          <a:p>
            <a:pPr algn="l">
              <a:lnSpc>
                <a:spcPct val="100000"/>
              </a:lnSpc>
            </a:pPr>
            <a:r>
              <a:rPr lang="tr-TR" sz="1900" b="1" dirty="0">
                <a:solidFill>
                  <a:srgbClr val="FFFFFF"/>
                </a:solidFill>
              </a:rPr>
              <a:t>10. Katkı</a:t>
            </a:r>
          </a:p>
          <a:p>
            <a:pPr algn="just">
              <a:lnSpc>
                <a:spcPct val="110000"/>
              </a:lnSpc>
              <a:spcBef>
                <a:spcPts val="300"/>
              </a:spcBef>
            </a:pPr>
            <a:r>
              <a:rPr lang="tr-TR" sz="1800" dirty="0">
                <a:solidFill>
                  <a:srgbClr val="FFFFFF"/>
                </a:solidFill>
              </a:rPr>
              <a:t>El ile uzun ve hataya açık Yang–Baxter tipi hesaplamaların; açık matrisler ve otomatik testlerle güvenilir, yeniden üretilebilir biçimde doğrulanabilir hâle getirilmesi.</a:t>
            </a:r>
          </a:p>
        </p:txBody>
      </p:sp>
      <p:sp>
        <p:nvSpPr>
          <p:cNvPr id="217" name="rmatris"/>
          <p:cNvSpPr/>
          <p:nvPr/>
        </p:nvSpPr>
        <p:spPr>
          <a:xfrm>
            <a:off x="18720000" y="10980000"/>
            <a:ext cx="5400000" cy="2088000"/>
          </a:xfrm>
          <a:prstGeom prst="roundRect">
            <a:avLst>
              <a:gd name="adj" fmla="val 3600"/>
            </a:avLst>
          </a:prstGeom>
          <a:solidFill>
            <a:srgbClr val="FFFFFF"/>
          </a:solidFill>
          <a:ln w="12700">
            <a:solidFill>
              <a:srgbClr val="1F3864"/>
            </a:solidFill>
          </a:ln>
        </p:spPr>
        <p:txBody>
          <a:bodyPr wrap="square" lIns="110000" tIns="70000" rIns="110000" bIns="70000" anchor="t" rtlCol="0">
            <a:noAutofit/>
          </a:bodyPr>
          <a:lstStyle/>
          <a:p>
            <a:pPr algn="l">
              <a:lnSpc>
                <a:spcPct val="100000"/>
              </a:lnSpc>
            </a:pPr>
            <a:r>
              <a:rPr lang="tr-TR" sz="2000" b="1" dirty="0">
                <a:solidFill>
                  <a:srgbClr val="1F3864"/>
                </a:solidFill>
              </a:rPr>
              <a:t>7. R-Matrisi ve Yang–Baxter Denklemi</a:t>
            </a:r>
          </a:p>
          <a:p>
            <a:pPr algn="just">
              <a:lnSpc>
                <a:spcPct val="106000"/>
              </a:lnSpc>
              <a:spcBef>
                <a:spcPts val="200"/>
              </a:spcBef>
            </a:pPr>
            <a:r>
              <a:rPr lang="tr-TR" sz="1700" dirty="0"/>
              <a:t>V₁ ⊗ V₁ üzerinde R-matrisi kurulmuş ve kuantum Yang–Baxter denklemi sembolik doğrulanmıştır:</a:t>
            </a:r>
          </a:p>
          <a:p>
            <a:pPr algn="ctr">
              <a:lnSpc>
                <a:spcPct val="120000"/>
              </a:lnSpc>
              <a:spcBef>
                <a:spcPts val="300"/>
              </a:spcBef>
            </a:pPr>
            <a:r>
              <a:rPr lang="tr-TR" sz="2000" b="1" dirty="0">
                <a:solidFill>
                  <a:srgbClr val="1F3864"/>
                </a:solidFill>
              </a:rPr>
              <a:t>R₁₂ R₁₃ R₂₃ = R₂₃ R₁₃ R₁₂</a:t>
            </a:r>
          </a:p>
        </p:txBody>
      </p:sp>
      <p:sp>
        <p:nvSpPr>
          <p:cNvPr id="218" name="code"/>
          <p:cNvSpPr/>
          <p:nvPr/>
        </p:nvSpPr>
        <p:spPr>
          <a:xfrm>
            <a:off x="18720000" y="14862545"/>
            <a:ext cx="5400000" cy="1584000"/>
          </a:xfrm>
          <a:prstGeom prst="roundRect">
            <a:avLst>
              <a:gd name="adj" fmla="val 2400"/>
            </a:avLst>
          </a:prstGeom>
          <a:solidFill>
            <a:srgbClr val="F3F4F8"/>
          </a:solidFill>
          <a:ln w="12700">
            <a:solidFill>
              <a:srgbClr val="D9D9D9"/>
            </a:solidFill>
          </a:ln>
        </p:spPr>
        <p:txBody>
          <a:bodyPr wrap="square" lIns="120000" tIns="70000" rIns="120000" bIns="70000" anchor="t" rtlCol="0">
            <a:noAutofit/>
          </a:bodyPr>
          <a:lstStyle/>
          <a:p>
            <a:pPr algn="l">
              <a:lnSpc>
                <a:spcPct val="100000"/>
              </a:lnSpc>
            </a:pPr>
            <a:r>
              <a:rPr lang="tr-TR" sz="1600" b="1" dirty="0">
                <a:solidFill>
                  <a:srgbClr val="1F3864"/>
                </a:solidFill>
              </a:rPr>
              <a:t>Kod 3 — Yang–Baxter kalıntısı</a:t>
            </a:r>
          </a:p>
          <a:p>
            <a:pPr algn="l">
              <a:lnSpc>
                <a:spcPct val="104000"/>
              </a:lnSpc>
            </a:pPr>
            <a:r>
              <a:rPr lang="tr-TR" sz="1600" dirty="0">
                <a:solidFill>
                  <a:srgbClr val="22272E"/>
                </a:solidFill>
                <a:latin typeface="Consolas" pitchFamily="49" charset="0"/>
              </a:rPr>
              <a:t>Y = (R12*R13*R23</a:t>
            </a:r>
          </a:p>
          <a:p>
            <a:pPr algn="l">
              <a:lnSpc>
                <a:spcPct val="104000"/>
              </a:lnSpc>
            </a:pPr>
            <a:r>
              <a:rPr lang="tr-TR" sz="1600" dirty="0">
                <a:solidFill>
                  <a:srgbClr val="22272E"/>
                </a:solidFill>
                <a:latin typeface="Consolas" pitchFamily="49" charset="0"/>
              </a:rPr>
              <a:t>     - R23*R13*R12)</a:t>
            </a:r>
          </a:p>
          <a:p>
            <a:pPr algn="l">
              <a:lnSpc>
                <a:spcPct val="104000"/>
              </a:lnSpc>
            </a:pPr>
            <a:r>
              <a:rPr lang="tr-TR" sz="1600" dirty="0">
                <a:solidFill>
                  <a:srgbClr val="22272E"/>
                </a:solidFill>
                <a:latin typeface="Consolas" pitchFamily="49" charset="0"/>
              </a:rPr>
              <a:t>assert is_zero_matrix(Y)</a:t>
            </a:r>
          </a:p>
        </p:txBody>
      </p:sp>
      <p:pic>
        <p:nvPicPr>
          <p:cNvPr id="219" name="fig_braid"/>
          <p:cNvPicPr>
            <a:picLocks noChangeAspect="1"/>
          </p:cNvPicPr>
          <p:nvPr/>
        </p:nvPicPr>
        <p:blipFill>
          <a:blip r:embed="rId12"/>
          <a:stretch>
            <a:fillRect/>
          </a:stretch>
        </p:blipFill>
        <p:spPr>
          <a:xfrm>
            <a:off x="18720000" y="18241090"/>
            <a:ext cx="5400000" cy="2322000"/>
          </a:xfrm>
          <a:prstGeom prst="rect">
            <a:avLst/>
          </a:prstGeom>
        </p:spPr>
      </p:pic>
      <p:sp>
        <p:nvSpPr>
          <p:cNvPr id="220" name="caption"/>
          <p:cNvSpPr/>
          <p:nvPr/>
        </p:nvSpPr>
        <p:spPr>
          <a:xfrm>
            <a:off x="18720000" y="21101453"/>
            <a:ext cx="5400000" cy="1584000"/>
          </a:xfrm>
          <a:prstGeom prst="rect">
            <a:avLst/>
          </a:prstGeom>
          <a:noFill/>
          <a:ln>
            <a:noFill/>
          </a:ln>
        </p:spPr>
        <p:txBody>
          <a:bodyPr wrap="square" lIns="40000" tIns="20000" rIns="40000" bIns="20000" anchor="t" rtlCol="0">
            <a:noAutofit/>
          </a:bodyPr>
          <a:lstStyle/>
          <a:p>
            <a:pPr algn="just">
              <a:lnSpc>
                <a:spcPct val="104000"/>
              </a:lnSpc>
            </a:pPr>
            <a:r>
              <a:rPr lang="tr-TR" sz="1600" i="1" dirty="0">
                <a:solidFill>
                  <a:srgbClr val="595959"/>
                </a:solidFill>
              </a:rPr>
              <a:t>Şekil 3. Denklemin iki tarafı farklı örgü sıralarını temsil eder; doğrulama sonucunda iki tarafın aynı operatörü verdiği sembolik olarak gösterilmiştir.</a:t>
            </a:r>
          </a:p>
        </p:txBody>
      </p:sp>
      <p:sp>
        <p:nvSpPr>
          <p:cNvPr id="221" name="graded"/>
          <p:cNvSpPr/>
          <p:nvPr/>
        </p:nvSpPr>
        <p:spPr>
          <a:xfrm>
            <a:off x="18720000" y="24479998"/>
            <a:ext cx="5400000" cy="4320000"/>
          </a:xfrm>
          <a:prstGeom prst="roundRect">
            <a:avLst>
              <a:gd name="adj" fmla="val 3600"/>
            </a:avLst>
          </a:prstGeom>
          <a:solidFill>
            <a:srgbClr val="F1F5FA"/>
          </a:solidFill>
          <a:ln w="12700">
            <a:solidFill>
              <a:srgbClr val="2E5496"/>
            </a:solidFill>
          </a:ln>
        </p:spPr>
        <p:txBody>
          <a:bodyPr wrap="square" lIns="110000" tIns="70000" rIns="110000" bIns="70000" anchor="t" rtlCol="0">
            <a:noAutofit/>
          </a:bodyPr>
          <a:lstStyle/>
          <a:p>
            <a:pPr algn="l">
              <a:lnSpc>
                <a:spcPct val="100000"/>
              </a:lnSpc>
            </a:pPr>
            <a:r>
              <a:rPr lang="tr-TR" sz="2000" b="1" dirty="0">
                <a:solidFill>
                  <a:srgbClr val="1F3864"/>
                </a:solidFill>
              </a:rPr>
              <a:t>8. GL_q(2|1) — Graded Yang–Baxter</a:t>
            </a:r>
          </a:p>
          <a:p>
            <a:pPr algn="just">
              <a:lnSpc>
                <a:spcPct val="106000"/>
              </a:lnSpc>
              <a:spcBef>
                <a:spcPts val="200"/>
              </a:spcBef>
            </a:pPr>
            <a:r>
              <a:rPr lang="tr-TR" sz="1700" dirty="0"/>
              <a:t>Literatürdeki 9×9 R-matrisi SymPy'de kodlanmış; parite seçimi p(e₁)=0, p(e₂)=0, p(e₃)=1 ile süper permütasyon kurulmuştur. R₁₃ yerleşimi graded işaretlerden ötürü daha hassastır.</a:t>
            </a:r>
          </a:p>
          <a:p>
            <a:pPr algn="ctr">
              <a:lnSpc>
                <a:spcPct val="100000"/>
              </a:lnSpc>
            </a:pPr>
            <a:r>
              <a:rPr lang="tr-TR" sz="1700" b="1" dirty="0">
                <a:solidFill>
                  <a:srgbClr val="1F3864"/>
                </a:solidFill>
              </a:rPr>
              <a:t>9×9 R-matrisi</a:t>
            </a:r>
          </a:p>
          <a:p>
            <a:pPr algn="ctr">
              <a:lnSpc>
                <a:spcPct val="100000"/>
              </a:lnSpc>
            </a:pPr>
            <a:r>
              <a:rPr lang="tr-TR" sz="1700" b="1" dirty="0">
                <a:solidFill>
                  <a:srgbClr val="2E5496"/>
                </a:solidFill>
              </a:rPr>
              <a:t>↓</a:t>
            </a:r>
          </a:p>
          <a:p>
            <a:pPr algn="ctr">
              <a:lnSpc>
                <a:spcPct val="100000"/>
              </a:lnSpc>
            </a:pPr>
            <a:r>
              <a:rPr lang="tr-TR" sz="1700" b="1" dirty="0">
                <a:solidFill>
                  <a:srgbClr val="1F3864"/>
                </a:solidFill>
              </a:rPr>
              <a:t>Süper permütasyon</a:t>
            </a:r>
          </a:p>
          <a:p>
            <a:pPr algn="ctr">
              <a:lnSpc>
                <a:spcPct val="100000"/>
              </a:lnSpc>
            </a:pPr>
            <a:r>
              <a:rPr lang="tr-TR" sz="1700" b="1" dirty="0">
                <a:solidFill>
                  <a:srgbClr val="2E5496"/>
                </a:solidFill>
              </a:rPr>
              <a:t>↓</a:t>
            </a:r>
          </a:p>
          <a:p>
            <a:pPr algn="ctr">
              <a:lnSpc>
                <a:spcPct val="100000"/>
              </a:lnSpc>
            </a:pPr>
            <a:r>
              <a:rPr lang="tr-TR" sz="1700" b="1" dirty="0">
                <a:solidFill>
                  <a:srgbClr val="1F3864"/>
                </a:solidFill>
              </a:rPr>
              <a:t>R₁₂ , R₁₃ , R₂₃</a:t>
            </a:r>
          </a:p>
          <a:p>
            <a:pPr algn="ctr">
              <a:lnSpc>
                <a:spcPct val="100000"/>
              </a:lnSpc>
            </a:pPr>
            <a:r>
              <a:rPr lang="tr-TR" sz="1700" b="1" dirty="0">
                <a:solidFill>
                  <a:srgbClr val="2E5496"/>
                </a:solidFill>
              </a:rPr>
              <a:t>↓</a:t>
            </a:r>
          </a:p>
          <a:p>
            <a:pPr algn="ctr">
              <a:lnSpc>
                <a:spcPct val="100000"/>
              </a:lnSpc>
            </a:pPr>
            <a:r>
              <a:rPr lang="tr-TR" sz="1700" b="1" dirty="0">
                <a:solidFill>
                  <a:srgbClr val="1F3864"/>
                </a:solidFill>
              </a:rPr>
              <a:t>27×27 kalıntı matrisi</a:t>
            </a:r>
          </a:p>
          <a:p>
            <a:pPr algn="ctr">
              <a:lnSpc>
                <a:spcPct val="100000"/>
              </a:lnSpc>
            </a:pPr>
            <a:r>
              <a:rPr lang="tr-TR" sz="1700" b="1" dirty="0">
                <a:solidFill>
                  <a:srgbClr val="2E5496"/>
                </a:solidFill>
              </a:rPr>
              <a:t>↓</a:t>
            </a:r>
          </a:p>
          <a:p>
            <a:pPr algn="ctr">
              <a:lnSpc>
                <a:spcPct val="100000"/>
              </a:lnSpc>
            </a:pPr>
            <a:r>
              <a:rPr lang="tr-TR" sz="1700" b="1" dirty="0">
                <a:solidFill>
                  <a:srgbClr val="1F3864"/>
                </a:solidFill>
              </a:rPr>
              <a:t>729 girdi → 0</a:t>
            </a:r>
          </a:p>
        </p:txBody>
      </p:sp>
    </p:spTree>
  </p:cSld>
  <p:clrMapOvr>
    <a:masterClrMapping/>
  </p:clrMapOvr>
</p:sld>
</file>

<file path=ppt/theme/theme1.xml><?xml version="1.0" encoding="utf-8"?>
<a:theme xmlns:a="http://schemas.openxmlformats.org/drawingml/2006/main" name="Office Teması">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3016</TotalTime>
  <Words>120</Words>
  <Application>Microsoft Office PowerPoint</Application>
  <PresentationFormat>Özel</PresentationFormat>
  <Paragraphs>150</Paragraphs>
  <Slides>1</Slides>
  <Notes>1</Notes>
  <HiddenSlides>0</HiddenSlides>
  <MMClips>0</MMClips>
  <ScaleCrop>false</ScaleCrop>
  <HeadingPairs>
    <vt:vector size="6" baseType="variant">
      <vt:variant>
        <vt:lpstr>Kullanılan Yazı Tipleri</vt:lpstr>
      </vt:variant>
      <vt:variant>
        <vt:i4>4</vt:i4>
      </vt:variant>
      <vt:variant>
        <vt:lpstr>Tema</vt:lpstr>
      </vt:variant>
      <vt:variant>
        <vt:i4>1</vt:i4>
      </vt:variant>
      <vt:variant>
        <vt:lpstr>Slayt Başlıkları</vt:lpstr>
      </vt:variant>
      <vt:variant>
        <vt:i4>1</vt:i4>
      </vt:variant>
    </vt:vector>
  </HeadingPairs>
  <TitlesOfParts>
    <vt:vector size="6" baseType="lpstr">
      <vt:lpstr>Arial</vt:lpstr>
      <vt:lpstr>Calibri</vt:lpstr>
      <vt:lpstr>Calibri Light</vt:lpstr>
      <vt:lpstr>Times New Roman</vt:lpstr>
      <vt:lpstr>Office Teması</vt:lpstr>
      <vt:lpstr>PowerPoint Sunusu</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 BAŞLIĞI</dc:title>
  <dc:subject/>
  <dc:creator>Büşra Meniz</dc:creator>
  <cp:keywords/>
  <dc:description/>
  <cp:lastModifiedBy>Mustafa DÜLDÜL</cp:lastModifiedBy>
  <cp:revision>402</cp:revision>
  <dcterms:created xsi:type="dcterms:W3CDTF">2001-02-28T15:33:48Z</dcterms:created>
  <dcterms:modified xsi:type="dcterms:W3CDTF">2025-05-07T11:44:45Z</dcterms:modified>
  <cp:category/>
</cp:coreProperties>
</file>